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WEALTH SYMPOSIUM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0" b="1">
                <a:solidFill>
                  <a:srgbClr val="F4F7FB"/>
                </a:solidFill>
                <a:latin typeface="Calibri"/>
              </a:rPr>
              <a:t>AI Powered,
Human 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Ideate your agent. Thirty minutes. One laptop. One prototype.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rgbClr val="F4F7FB"/>
                </a:solidFill>
                <a:latin typeface="Calibri"/>
              </a:rPr>
              <a:t>Nominate a group leader.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They drive the laptop. Everyone else talks.
At the end, the group presents.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THIRTY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000" b="1">
                <a:solidFill>
                  <a:srgbClr val="F4F7FB"/>
                </a:solidFill>
                <a:latin typeface="Calibri"/>
              </a:rPr>
              <a:t>Four steps.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5212080" cy="1691640"/>
          </a:xfrm>
          <a:prstGeom prst="roundRect">
            <a:avLst>
              <a:gd name="adj" fmla="val 12000"/>
            </a:avLst>
          </a:prstGeom>
          <a:solidFill>
            <a:srgbClr val="141C2C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95144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B4BC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69464"/>
            <a:ext cx="46634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F4F7FB"/>
                </a:solidFill>
                <a:latin typeface="Calibri"/>
              </a:rPr>
              <a:t>0  Painpoint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044952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B7C0D0"/>
                </a:solidFill>
                <a:latin typeface="Calibri"/>
              </a:rPr>
              <a:t>Pick the one that hurts most, or write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212080" cy="1691640"/>
          </a:xfrm>
          <a:prstGeom prst="roundRect">
            <a:avLst>
              <a:gd name="adj" fmla="val 12000"/>
            </a:avLst>
          </a:prstGeom>
          <a:solidFill>
            <a:srgbClr val="141C2C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295144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B4BC"/>
                </a:solidFill>
                <a:latin typeface="Calibri"/>
              </a:rPr>
              <a:t>WITH THE 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69464"/>
            <a:ext cx="46634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F4F7FB"/>
                </a:solidFill>
                <a:latin typeface="Calibri"/>
              </a:rPr>
              <a:t>1  Idea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3044952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B7C0D0"/>
                </a:solidFill>
                <a:latin typeface="Calibri"/>
              </a:rPr>
              <a:t>Name the agent. Say what it does for you.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23360"/>
            <a:ext cx="5212080" cy="1691640"/>
          </a:xfrm>
          <a:prstGeom prst="roundRect">
            <a:avLst>
              <a:gd name="adj" fmla="val 12000"/>
            </a:avLst>
          </a:prstGeom>
          <a:solidFill>
            <a:srgbClr val="141C2C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169664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B4BC"/>
                </a:solidFill>
                <a:latin typeface="Calibri"/>
              </a:rPr>
              <a:t>10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43984"/>
            <a:ext cx="46634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F4F7FB"/>
                </a:solidFill>
                <a:latin typeface="Calibri"/>
              </a:rPr>
              <a:t>2  Three screens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919472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B7C0D0"/>
                </a:solidFill>
                <a:latin typeface="Calibri"/>
              </a:rPr>
              <a:t>Describe the journey, then generate each screen.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23360"/>
            <a:ext cx="5212080" cy="1691640"/>
          </a:xfrm>
          <a:prstGeom prst="roundRect">
            <a:avLst>
              <a:gd name="adj" fmla="val 12000"/>
            </a:avLst>
          </a:prstGeom>
          <a:solidFill>
            <a:srgbClr val="141C2C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169664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B4BC"/>
                </a:solidFill>
                <a:latin typeface="Calibri"/>
              </a:rPr>
              <a:t>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443984"/>
            <a:ext cx="46634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F4F7FB"/>
                </a:solidFill>
                <a:latin typeface="Calibri"/>
              </a:rPr>
              <a:t>3  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919472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B7C0D0"/>
                </a:solidFill>
                <a:latin typeface="Calibri"/>
              </a:rPr>
              <a:t>Make it clickable. One or two edits. Then present.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STEP 0  ·  5 MINUTES, SHARED WITH 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rgbClr val="F4F7FB"/>
                </a:solidFill>
                <a:latin typeface="Calibri"/>
              </a:rPr>
              <a:t>Which painpoint is yours?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Pick the card the group feels most strongly. If none of them is yours, write your own along the bottom.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STEP 1  ·  STILL INSIDE THE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000" b="1">
                <a:solidFill>
                  <a:srgbClr val="F4F7FB"/>
                </a:solidFill>
                <a:latin typeface="Calibri"/>
              </a:rPr>
              <a:t>Write the idea brief.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2199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Name your agent. Short, like EDD guru.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10896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18211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What is the agent doing for you?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4223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What do you expect to see and receive?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2920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0235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What changes for you, or for the client?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STEP 2  ·  10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rgbClr val="F4F7FB"/>
                </a:solidFill>
                <a:latin typeface="Calibri"/>
              </a:rPr>
              <a:t>Design three screens.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0896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Imagine you are directing the story. Write one or two sentences for each step, then press Generate screen. The AI assistant only helps with the screen you have open.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STEP 3  ·  15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rgbClr val="F4F7FB"/>
                </a:solidFill>
                <a:latin typeface="Calibri"/>
              </a:rPr>
              <a:t>Build the prototype.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0896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Generate it, then make one or two changes. That is enough. When the three screens are done, go back to Screen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THE PANEL ON THE 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rgbClr val="F4F7FB"/>
                </a:solidFill>
                <a:latin typeface="Calibri"/>
              </a:rPr>
              <a:t>Use the AI assistant.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Nothing written yet: Get some inspiration.
Something already there: Refine.
It changes only the box you selected.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90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000" b="1">
                <a:solidFill>
                  <a:srgbClr val="F4F7FB"/>
                </a:solidFill>
                <a:latin typeface="Calibri"/>
              </a:rPr>
              <a:t>Present to the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2199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Your group painpoint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10896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18211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Your agent idea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4223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29200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DB0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4F7FB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02352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F4F7FB"/>
                </a:solidFill>
                <a:latin typeface="Calibri"/>
              </a:rPr>
              <a:t>The key benefit, as the close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463040"/>
            <a:ext cx="4754880" cy="4754880"/>
          </a:xfrm>
          <a:prstGeom prst="ellipse">
            <a:avLst/>
          </a:prstGeom>
          <a:solidFill>
            <a:srgbClr val="DB0011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206240" cy="4206240"/>
          </a:xfrm>
          <a:prstGeom prst="ellipse">
            <a:avLst/>
          </a:prstGeom>
          <a:solidFill>
            <a:srgbClr val="5A8CFF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4389120"/>
            <a:ext cx="3840480" cy="3840480"/>
          </a:xfrm>
          <a:prstGeom prst="ellipse">
            <a:avLst/>
          </a:prstGeom>
          <a:solidFill>
            <a:srgbClr val="50DCB4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B4BC"/>
                </a:solidFill>
                <a:latin typeface="Calibri"/>
              </a:rPr>
              <a:t>WEALTH SYMPOSIUM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078992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400" b="1">
                <a:solidFill>
                  <a:srgbClr val="F4F7FB"/>
                </a:solidFill>
                <a:latin typeface="Calibri"/>
              </a:rPr>
              <a:t>Start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40480"/>
            <a:ext cx="96926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B7C0D0"/>
                </a:solidFill>
                <a:latin typeface="Calibri"/>
              </a:rPr>
              <a:t>One leader. One laptop. The clock starts when you leave the cover.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