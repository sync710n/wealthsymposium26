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13"/>
  </p:notesMasterIdLst>
  <p:sldIdLst>
    <p:sldId id="256" r:id="rId7"/>
    <p:sldId id="257" r:id="rId8"/>
    <p:sldId id="258" r:id="rId9"/>
    <p:sldId id="259" r:id="rId10"/>
    <p:sldId id="260" r:id="rId11"/>
    <p:sldId id="261" r:id="rId12"/>
  </p:sldIdLst>
  <p:sldSz cx="12192000" cy="6858000" type="screen16x9"/>
  <p:notesSz cx="6858000" cy="9144000"/>
  <p:defaultTextStyle>
    <a:defPPr>
      <a:defRPr lang="en"/>
    </a:defPPr>
    <a:lvl1pPr marL="0" algn="l" defTabSz="457200" rtl="0" eaLnBrk="1" latinLnBrk="0" hangingPunct="1">
      <a:defRPr sz="1800" kern="1200" lang="en">
        <a:solidFill>
          <a:schemeClr val="tx1"/>
        </a:solidFill>
        <a:latin typeface="+mn-lt"/>
        <a:ea typeface="+mn-ea"/>
        <a:cs typeface="+mn-cs"/>
      </a:defRPr>
    </a:lvl1pPr>
    <a:lvl2pPr marL="457200" algn="l" defTabSz="457200" rtl="0" eaLnBrk="1" latinLnBrk="0" hangingPunct="1">
      <a:defRPr sz="1800" kern="1200" lang="en">
        <a:solidFill>
          <a:schemeClr val="tx1"/>
        </a:solidFill>
        <a:latin typeface="+mn-lt"/>
        <a:ea typeface="+mn-ea"/>
        <a:cs typeface="+mn-cs"/>
      </a:defRPr>
    </a:lvl2pPr>
    <a:lvl3pPr marL="914400" algn="l" defTabSz="457200" rtl="0" eaLnBrk="1" latinLnBrk="0" hangingPunct="1">
      <a:defRPr sz="1800" kern="1200" lang="en">
        <a:solidFill>
          <a:schemeClr val="tx1"/>
        </a:solidFill>
        <a:latin typeface="+mn-lt"/>
        <a:ea typeface="+mn-ea"/>
        <a:cs typeface="+mn-cs"/>
      </a:defRPr>
    </a:lvl3pPr>
    <a:lvl4pPr marL="1371600" algn="l" defTabSz="457200" rtl="0" eaLnBrk="1" latinLnBrk="0" hangingPunct="1">
      <a:defRPr sz="1800" kern="1200" lang="en">
        <a:solidFill>
          <a:schemeClr val="tx1"/>
        </a:solidFill>
        <a:latin typeface="+mn-lt"/>
        <a:ea typeface="+mn-ea"/>
        <a:cs typeface="+mn-cs"/>
      </a:defRPr>
    </a:lvl4pPr>
    <a:lvl5pPr marL="1828800" algn="l" defTabSz="457200" rtl="0" eaLnBrk="1" latinLnBrk="0" hangingPunct="1">
      <a:defRPr sz="1800" kern="1200" lang="en">
        <a:solidFill>
          <a:schemeClr val="tx1"/>
        </a:solidFill>
        <a:latin typeface="+mn-lt"/>
        <a:ea typeface="+mn-ea"/>
        <a:cs typeface="+mn-cs"/>
      </a:defRPr>
    </a:lvl5pPr>
    <a:lvl6pPr marL="2286000" algn="l" defTabSz="457200" rtl="0" eaLnBrk="1" latinLnBrk="0" hangingPunct="1">
      <a:defRPr sz="1800" kern="1200" lang="en">
        <a:solidFill>
          <a:schemeClr val="tx1"/>
        </a:solidFill>
        <a:latin typeface="+mn-lt"/>
        <a:ea typeface="+mn-ea"/>
        <a:cs typeface="+mn-cs"/>
      </a:defRPr>
    </a:lvl6pPr>
    <a:lvl7pPr marL="2743200" algn="l" defTabSz="457200" rtl="0" eaLnBrk="1" latinLnBrk="0" hangingPunct="1">
      <a:defRPr sz="1800" kern="1200" lang="en">
        <a:solidFill>
          <a:schemeClr val="tx1"/>
        </a:solidFill>
        <a:latin typeface="+mn-lt"/>
        <a:ea typeface="+mn-ea"/>
        <a:cs typeface="+mn-cs"/>
      </a:defRPr>
    </a:lvl7pPr>
    <a:lvl8pPr marL="3200400" algn="l" defTabSz="457200" rtl="0" eaLnBrk="1" latinLnBrk="0" hangingPunct="1">
      <a:defRPr sz="1800" kern="1200" lang="en">
        <a:solidFill>
          <a:schemeClr val="tx1"/>
        </a:solidFill>
        <a:latin typeface="+mn-lt"/>
        <a:ea typeface="+mn-ea"/>
        <a:cs typeface="+mn-cs"/>
      </a:defRPr>
    </a:lvl8pPr>
    <a:lvl9pPr marL="3657600" algn="l" defTabSz="457200" rtl="0" eaLnBrk="1" latinLnBrk="0" hangingPunct="1">
      <a:defRPr sz="1800" kern="1200" lang="en">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  <Relationship Id="rId13"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en"/>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en"/>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en"/>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en"/>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en"/>
          </a:p>
        </p:txBody>
      </p:sp>
    </p:spTree>
  </p:cSld>
  <p:clrMap bg1="lt1" tx1="dk1" bg2="lt2" tx2="dk2" accent1="accent1" accent2="accent2" accent3="accent3" accent4="accent4" accent5="accent5" accent6="accent6" hlink="hlink" folHlink="folHlink"/>
  <p:hf/>
  <p:notesStyle>
    <a:lvl1pPr marL="0" algn="l">
      <a:defRPr sz="1200" lang="en"/>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 dirty="0"/>
              <a:t>Welcome them with the idea, not the timetable. The half hour turns a pain the group actually feels into an assistant they direct, and then into something they can stand up and show. Say you will demo one round, and then every group does the same thing. The times are on the next slide.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 dirty="0"/>
              <a:t>Leave this slide up while you start the live demo. Walk the four steps in order, then the two rules at the bottom: one leader on the laptop, and a ninety-second close. Do not teach the clicks yet. The demo is the teaching.</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 dirty="0"/>
              <a:t>This page stays on the desk. If a group hesitates, point at the red card and say pick the one that hurts, not the one that sounds impressive. Remind them the first five minutes also cover the idea brief.</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 dirty="0"/>
              <a:t>If they ask what to write, point at the four boxes in order and stop. The painpoint stays as they picked it. An empty box can ask for inspiration. A written box is only refined.</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 dirty="0"/>
              <a:t>Tell them to write one or two sentences, then generate that screen. If every box is still empty, inspiration drafts all three. If one box has text, the assistant changes only that screen.</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 dirty="0"/>
              <a:t>When the pictures are done, they generate the prototype, make one or two edits, and go back to screen one. The close is ninety seconds: the painpoint, the agent idea, a walk through the prototype, and the benefit.</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wealth-symposium-activity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 smtClean="0"/>
              <a:t>1/27/13</a:t>
            </a:fld>
            <a:endParaRPr lang="en"/>
          </a:p>
        </p:txBody>
      </p:sp>
      <p:sp>
        <p:nvSpPr>
          <p:cNvPr id="3" name="Footer Placeholder 2"/>
          <p:cNvSpPr>
            <a:spLocks noGrp="1"/>
          </p:cNvSpPr>
          <p:nvPr>
            <p:ph type="ftr" sz="quarter" idx="11"/>
          </p:nvPr>
        </p:nvSpPr>
        <p:spPr/>
        <p:txBody>
          <a:bodyPr/>
          <a:lstStyle/>
          <a:p>
            <a:endParaRPr lang="en"/>
          </a:p>
        </p:txBody>
      </p:sp>
      <p:sp>
        <p:nvSpPr>
          <p:cNvPr id="4" name="Slide Number Placeholder 3"/>
          <p:cNvSpPr>
            <a:spLocks noGrp="1"/>
          </p:cNvSpPr>
          <p:nvPr>
            <p:ph type="sldNum" sz="quarter" idx="12"/>
          </p:nvPr>
        </p:nvSpPr>
        <p:spPr/>
        <p:txBody>
          <a:bodyPr/>
          <a:lstStyle/>
          <a:p>
            <a:fld id="{C1FF6DA9-008F-8B48-92A6-B652298478BF}" type="slidenum">
              <a:rPr lang="en" smtClean="0"/>
              <a:t>‹#›</a:t>
            </a:fld>
            <a:endParaRPr lang="en"/>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wealth-symposium-activity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en">
                <a:solidFill>
                  <a:schemeClr val="tx1">
                    <a:tint val="75000"/>
                  </a:schemeClr>
                </a:solidFill>
              </a:defRPr>
            </a:lvl1pPr>
          </a:lstStyle>
          <a:p>
            <a:fld id="{5BCAD085-E8A6-8845-BD4E-CB4CCA059FC4}" type="datetimeFigureOut">
              <a:rPr lang="en" smtClean="0"/>
              <a:t>1/27/13</a:t>
            </a:fld>
            <a:endParaRPr lang="en"/>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en">
                <a:solidFill>
                  <a:schemeClr val="tx1">
                    <a:tint val="75000"/>
                  </a:schemeClr>
                </a:solidFill>
              </a:defRPr>
            </a:lvl1pPr>
          </a:lstStyle>
          <a:p>
            <a:endParaRPr lang="en"/>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en">
                <a:solidFill>
                  <a:schemeClr val="tx1">
                    <a:tint val="75000"/>
                  </a:schemeClr>
                </a:solidFill>
              </a:defRPr>
            </a:lvl1pPr>
          </a:lstStyle>
          <a:p>
            <a:fld id="{C1FF6DA9-008F-8B48-92A6-B652298478BF}" type="slidenum">
              <a:rPr lang="en" smtClean="0"/>
              <a:t>‹#›</a:t>
            </a:fld>
            <a:endParaRPr lang="en"/>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3000" kern="1200" lang="en">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800" kern="1200" lang="en">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700" kern="1200" lang="en">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lang="en">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50" kern="1200" lang="en">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350" kern="1200" lang="en">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250" kern="1200" lang="en">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100" kern="1200" lang="en">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000" kern="1200" lang="en">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900" kern="1200" lang="en">
          <a:solidFill>
            <a:schemeClr val="tx1"/>
          </a:solidFill>
          <a:latin typeface="+mn-lt"/>
          <a:ea typeface="+mn-ea"/>
          <a:cs typeface="+mn-cs"/>
        </a:defRPr>
      </a:lvl9pPr>
    </p:bodyStyle>
    <p:otherStyle>
      <a:defPPr>
        <a:defRPr lang="en"/>
      </a:defPPr>
      <a:lvl1pPr marL="0" algn="l" defTabSz="457200" rtl="0" eaLnBrk="1" latinLnBrk="0" hangingPunct="1">
        <a:defRPr sz="1800" kern="1200" lang="en">
          <a:solidFill>
            <a:schemeClr val="tx1"/>
          </a:solidFill>
          <a:latin typeface="+mn-lt"/>
          <a:ea typeface="+mn-ea"/>
          <a:cs typeface="+mn-cs"/>
        </a:defRPr>
      </a:lvl1pPr>
      <a:lvl2pPr marL="457200" algn="l" defTabSz="457200" rtl="0" eaLnBrk="1" latinLnBrk="0" hangingPunct="1">
        <a:defRPr sz="1700" kern="1200" lang="en">
          <a:solidFill>
            <a:schemeClr val="tx1"/>
          </a:solidFill>
          <a:latin typeface="+mn-lt"/>
          <a:ea typeface="+mn-ea"/>
          <a:cs typeface="+mn-cs"/>
        </a:defRPr>
      </a:lvl2pPr>
      <a:lvl3pPr marL="914400" algn="l" defTabSz="457200" rtl="0" eaLnBrk="1" latinLnBrk="0" hangingPunct="1">
        <a:defRPr sz="1600" kern="1200" lang="en">
          <a:solidFill>
            <a:schemeClr val="tx1"/>
          </a:solidFill>
          <a:latin typeface="+mn-lt"/>
          <a:ea typeface="+mn-ea"/>
          <a:cs typeface="+mn-cs"/>
        </a:defRPr>
      </a:lvl3pPr>
      <a:lvl4pPr marL="1371600" algn="l" defTabSz="457200" rtl="0" eaLnBrk="1" latinLnBrk="0" hangingPunct="1">
        <a:defRPr sz="1450" kern="1200" lang="en">
          <a:solidFill>
            <a:schemeClr val="tx1"/>
          </a:solidFill>
          <a:latin typeface="+mn-lt"/>
          <a:ea typeface="+mn-ea"/>
          <a:cs typeface="+mn-cs"/>
        </a:defRPr>
      </a:lvl4pPr>
      <a:lvl5pPr marL="1828800" algn="l" defTabSz="457200" rtl="0" eaLnBrk="1" latinLnBrk="0" hangingPunct="1">
        <a:defRPr sz="1350" kern="1200" lang="en">
          <a:solidFill>
            <a:schemeClr val="tx1"/>
          </a:solidFill>
          <a:latin typeface="+mn-lt"/>
          <a:ea typeface="+mn-ea"/>
          <a:cs typeface="+mn-cs"/>
        </a:defRPr>
      </a:lvl5pPr>
      <a:lvl6pPr marL="2286000" algn="l" defTabSz="457200" rtl="0" eaLnBrk="1" latinLnBrk="0" hangingPunct="1">
        <a:defRPr sz="1250" kern="1200" lang="en">
          <a:solidFill>
            <a:schemeClr val="tx1"/>
          </a:solidFill>
          <a:latin typeface="+mn-lt"/>
          <a:ea typeface="+mn-ea"/>
          <a:cs typeface="+mn-cs"/>
        </a:defRPr>
      </a:lvl6pPr>
      <a:lvl7pPr marL="2743200" algn="l" defTabSz="457200" rtl="0" eaLnBrk="1" latinLnBrk="0" hangingPunct="1">
        <a:defRPr sz="1100" kern="1200" lang="en">
          <a:solidFill>
            <a:schemeClr val="tx1"/>
          </a:solidFill>
          <a:latin typeface="+mn-lt"/>
          <a:ea typeface="+mn-ea"/>
          <a:cs typeface="+mn-cs"/>
        </a:defRPr>
      </a:lvl7pPr>
      <a:lvl8pPr marL="3200400" algn="l" defTabSz="457200" rtl="0" eaLnBrk="1" latinLnBrk="0" hangingPunct="1">
        <a:defRPr sz="1000" kern="1200" lang="en">
          <a:solidFill>
            <a:schemeClr val="tx1"/>
          </a:solidFill>
          <a:latin typeface="+mn-lt"/>
          <a:ea typeface="+mn-ea"/>
          <a:cs typeface="+mn-cs"/>
        </a:defRPr>
      </a:lvl8pPr>
      <a:lvl9pPr marL="3657600" algn="l" defTabSz="457200" rtl="0" eaLnBrk="1" latinLnBrk="0" hangingPunct="1">
        <a:defRPr sz="900" kern="1200" lang="en">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s>
</file>

<file path=ppt/slides/slide1.xml><?xml version="1.0" encoding="utf-8"?>
<p:sld xmlns:a="http://schemas.openxmlformats.org/drawingml/2006/main" xmlns:r="http://schemas.openxmlformats.org/officeDocument/2006/relationships" xmlns:p="http://schemas.openxmlformats.org/presentationml/2006/main">
  <p:cSld>
    <p:bg>
      <p:bgPr>
        <a:gradFill>
          <a:gsLst>
            <a:gs pos="0">
              <a:srgbClr val="FFF1F2"/>
            </a:gs>
            <a:gs pos="42000">
              <a:schemeClr val="lt2"/>
            </a:gs>
            <a:gs pos="100000">
              <a:schemeClr val="lt1"/>
            </a:gs>
          </a:gsLst>
          <a:lin ang="2700000" scaled="1"/>
        </a:gradFill>
        <a:effectLst/>
      </p:bgPr>
    </p:bg>
    <p:spTree>
      <p:nvGrpSpPr>
        <p:cNvPr id="1" name=""/>
        <p:cNvGrpSpPr/>
        <p:nvPr/>
      </p:nvGrpSpPr>
      <p:grpSpPr>
        <a:xfrm>
          <a:off x="0" y="0"/>
          <a:ext cx="0" cy="0"/>
          <a:chOff x="0" y="0"/>
          <a:chExt cx="0" cy="0"/>
        </a:xfrm>
      </p:grpSpPr>
      <p:grpSp>
        <p:nvGrpSpPr>
          <p:cNvPr id="5" name="title-block"/>
          <p:cNvGrpSpPr/>
          <p:nvPr/>
        </p:nvGrpSpPr>
        <p:grpSpPr>
          <a:xfrm>
            <a:off x="518160" y="355600"/>
            <a:ext cx="4134960" cy="1248918"/>
            <a:chOff x="518160" y="355600"/>
            <a:chExt cx="4134960" cy="1248918"/>
          </a:xfrm>
        </p:grpSpPr>
        <p:sp>
          <p:nvSpPr>
            <p:cNvPr id="2" name="TextBox 2"/>
            <p:cNvSpPr txBox="1"/>
            <p:nvPr/>
          </p:nvSpPr>
          <p:spPr>
            <a:xfrm>
              <a:off x="527304" y="355600"/>
              <a:ext cx="1568150"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WEALTH SYMPOSIUM</a:t>
              </a:r>
            </a:p>
          </p:txBody>
        </p:sp>
        <p:sp>
          <p:nvSpPr>
            <p:cNvPr id="3" name="TextBox 3"/>
            <p:cNvSpPr txBox="1"/>
            <p:nvPr/>
          </p:nvSpPr>
          <p:spPr>
            <a:xfrm>
              <a:off x="518160" y="673100"/>
              <a:ext cx="4134960" cy="586740"/>
            </a:xfrm>
            <a:prstGeom prst="rect">
              <a:avLst/>
            </a:prstGeom>
            <a:noFill/>
            <a:ln>
              <a:noFill/>
            </a:ln>
          </p:spPr>
          <p:txBody>
            <a:bodyPr wrap="none" lIns="0" tIns="0" rIns="0" bIns="0" anchor="t" anchorCtr="0">
              <a:spAutoFit/>
            </a:bodyPr>
            <a:lstStyle/>
            <a:p>
              <a:pPr algn="l"/>
              <a:r>
                <a:rPr lang="en" sz="3000" b="1" dirty="0">
                  <a:solidFill>
                    <a:schemeClr val="dk1"/>
                  </a:solidFill>
                  <a:latin typeface="+mn-lt"/>
                  <a:ea typeface="+mn-ea"/>
                  <a:cs typeface="+mn-cs"/>
                </a:rPr>
                <a:t>AI Powered, Human Led</a:t>
              </a:r>
            </a:p>
          </p:txBody>
        </p:sp>
        <p:sp>
          <p:nvSpPr>
            <p:cNvPr id="4" name="TextBox 4"/>
            <p:cNvSpPr txBox="1"/>
            <p:nvPr/>
          </p:nvSpPr>
          <p:spPr>
            <a:xfrm>
              <a:off x="522732" y="1193800"/>
              <a:ext cx="2064585" cy="410718"/>
            </a:xfrm>
            <a:prstGeom prst="rect">
              <a:avLst/>
            </a:prstGeom>
            <a:noFill/>
            <a:ln>
              <a:noFill/>
            </a:ln>
          </p:spPr>
          <p:txBody>
            <a:bodyPr wrap="none" lIns="0" tIns="0" rIns="0" bIns="0" anchor="t" anchorCtr="0">
              <a:spAutoFit/>
            </a:bodyPr>
            <a:lstStyle/>
            <a:p>
              <a:pPr algn="l"/>
              <a:r>
                <a:rPr lang="en" sz="2100" dirty="0">
                  <a:solidFill>
                    <a:schemeClr val="accent5"/>
                  </a:solidFill>
                  <a:latin typeface="+mn-lt"/>
                  <a:ea typeface="+mn-ea"/>
                  <a:cs typeface="+mn-cs"/>
                </a:rPr>
                <a:t>Ideate your agent</a:t>
              </a:r>
            </a:p>
          </p:txBody>
        </p:sp>
      </p:grpSp>
      <p:grpSp>
        <p:nvGrpSpPr>
          <p:cNvPr id="36" name="transformation"/>
          <p:cNvGrpSpPr/>
          <p:nvPr/>
        </p:nvGrpSpPr>
        <p:grpSpPr>
          <a:xfrm>
            <a:off x="533400" y="2000250"/>
            <a:ext cx="11182350" cy="3276600"/>
            <a:chOff x="533400" y="2000250"/>
            <a:chExt cx="11182350" cy="3276600"/>
          </a:xfrm>
        </p:grpSpPr>
        <p:sp>
          <p:nvSpPr>
            <p:cNvPr id="6" name="Rectangle 6"/>
            <p:cNvSpPr/>
            <p:nvPr/>
          </p:nvSpPr>
          <p:spPr>
            <a:xfrm>
              <a:off x="628650" y="2133600"/>
              <a:ext cx="3238500" cy="3143250"/>
            </a:xfrm>
            <a:prstGeom prst="roundRect">
              <a:avLst>
                <a:gd name="adj" fmla="val 6667"/>
              </a:avLst>
            </a:prstGeom>
            <a:solidFill>
              <a:schemeClr val="accent1">
                <a:alpha val="18000"/>
              </a:schemeClr>
            </a:solidFill>
            <a:ln>
              <a:noFill/>
            </a:ln>
          </p:spPr>
        </p:sp>
        <p:sp>
          <p:nvSpPr>
            <p:cNvPr id="7" name="Rectangle 7"/>
            <p:cNvSpPr/>
            <p:nvPr/>
          </p:nvSpPr>
          <p:spPr>
            <a:xfrm>
              <a:off x="533400" y="2000250"/>
              <a:ext cx="3238500" cy="3143250"/>
            </a:xfrm>
            <a:prstGeom prst="roundRect">
              <a:avLst>
                <a:gd name="adj" fmla="val 6667"/>
              </a:avLst>
            </a:prstGeom>
            <a:solidFill>
              <a:srgbClr val="FFFFFF"/>
            </a:solidFill>
            <a:ln>
              <a:noFill/>
            </a:ln>
            <a:effectLst>
              <a:outerShdw blurRad="114300" dist="76200" dir="5400000" algn="ctr" rotWithShape="0">
                <a:srgbClr val="8A0010">
                  <a:alpha val="12000"/>
                </a:srgbClr>
              </a:outerShdw>
            </a:effectLst>
          </p:spPr>
        </p:sp>
        <p:grpSp>
          <p:nvGrpSpPr>
            <p:cNvPr id="10" name="Group 10"/>
            <p:cNvGrpSpPr/>
            <p:nvPr/>
          </p:nvGrpSpPr>
          <p:grpSpPr>
            <a:xfrm>
              <a:off x="1809750" y="2343150"/>
              <a:ext cx="495300" cy="419100"/>
              <a:chOff x="1809750" y="2343150"/>
              <a:chExt cx="495300" cy="419100"/>
            </a:xfrm>
          </p:grpSpPr>
          <p:sp>
            <p:nvSpPr>
              <p:cNvPr id="8" name="Freeform 8"/>
              <p:cNvSpPr/>
              <p:nvPr/>
            </p:nvSpPr>
            <p:spPr>
              <a:xfrm>
                <a:off x="1828800" y="2438400"/>
                <a:ext cx="381000" cy="304800"/>
              </a:xfrm>
              <a:custGeom>
                <a:avLst/>
                <a:gdLst/>
                <a:ahLst/>
                <a:cxnLst/>
                <a:rect l="l" t="t" r="r" b="b"/>
                <a:pathLst>
                  <a:path w="381000" h="304800">
                    <a:moveTo>
                      <a:pt x="381000" y="19050"/>
                    </a:moveTo>
                    <a:lnTo>
                      <a:pt x="381000" y="285750"/>
                    </a:lnTo>
                    <a:cubicBezTo>
                      <a:pt x="381000" y="296271"/>
                      <a:pt x="372471" y="304800"/>
                      <a:pt x="361950" y="304800"/>
                    </a:cubicBezTo>
                    <a:lnTo>
                      <a:pt x="19050" y="304800"/>
                    </a:lnTo>
                    <a:cubicBezTo>
                      <a:pt x="8529" y="304800"/>
                      <a:pt x="0" y="296271"/>
                      <a:pt x="0" y="285750"/>
                    </a:cubicBezTo>
                    <a:lnTo>
                      <a:pt x="0" y="19050"/>
                    </a:lnTo>
                    <a:cubicBezTo>
                      <a:pt x="0" y="8529"/>
                      <a:pt x="8529" y="0"/>
                      <a:pt x="19050" y="0"/>
                    </a:cubicBezTo>
                    <a:lnTo>
                      <a:pt x="361950" y="0"/>
                    </a:lnTo>
                    <a:cubicBezTo>
                      <a:pt x="372471" y="0"/>
                      <a:pt x="381000" y="8529"/>
                      <a:pt x="381000" y="19050"/>
                    </a:cubicBezTo>
                    <a:close/>
                  </a:path>
                </a:pathLst>
              </a:custGeom>
              <a:solidFill>
                <a:schemeClr val="accent1">
                  <a:alpha val="20000"/>
                </a:schemeClr>
              </a:solidFill>
              <a:ln>
                <a:noFill/>
              </a:ln>
            </p:spPr>
          </p:sp>
          <p:sp>
            <p:nvSpPr>
              <p:cNvPr id="9" name="Freeform 9"/>
              <p:cNvSpPr/>
              <p:nvPr/>
            </p:nvSpPr>
            <p:spPr>
              <a:xfrm>
                <a:off x="1809750" y="2343150"/>
                <a:ext cx="495300" cy="419100"/>
              </a:xfrm>
              <a:custGeom>
                <a:avLst/>
                <a:gdLst/>
                <a:ahLst/>
                <a:cxnLst/>
                <a:rect l="l" t="t" r="r" b="b"/>
                <a:pathLst>
                  <a:path w="495300" h="419100">
                    <a:moveTo>
                      <a:pt x="381000" y="76200"/>
                    </a:moveTo>
                    <a:lnTo>
                      <a:pt x="38100" y="76200"/>
                    </a:lnTo>
                    <a:cubicBezTo>
                      <a:pt x="17058" y="76200"/>
                      <a:pt x="0" y="93258"/>
                      <a:pt x="0" y="114300"/>
                    </a:cubicBezTo>
                    <a:lnTo>
                      <a:pt x="0" y="381000"/>
                    </a:lnTo>
                    <a:cubicBezTo>
                      <a:pt x="0" y="402042"/>
                      <a:pt x="17058" y="419100"/>
                      <a:pt x="38100" y="419100"/>
                    </a:cubicBezTo>
                    <a:lnTo>
                      <a:pt x="381000" y="419100"/>
                    </a:lnTo>
                    <a:cubicBezTo>
                      <a:pt x="402042" y="419100"/>
                      <a:pt x="419100" y="402042"/>
                      <a:pt x="419100" y="381000"/>
                    </a:cubicBezTo>
                    <a:lnTo>
                      <a:pt x="419100" y="114300"/>
                    </a:lnTo>
                    <a:cubicBezTo>
                      <a:pt x="419100" y="93258"/>
                      <a:pt x="402042" y="76200"/>
                      <a:pt x="381000" y="76200"/>
                    </a:cubicBezTo>
                    <a:close/>
                    <a:moveTo>
                      <a:pt x="381000" y="381000"/>
                    </a:moveTo>
                    <a:lnTo>
                      <a:pt x="38100" y="381000"/>
                    </a:lnTo>
                    <a:lnTo>
                      <a:pt x="38100" y="114300"/>
                    </a:lnTo>
                    <a:lnTo>
                      <a:pt x="381000" y="114300"/>
                    </a:lnTo>
                    <a:lnTo>
                      <a:pt x="381000" y="381000"/>
                    </a:lnTo>
                    <a:close/>
                    <a:moveTo>
                      <a:pt x="495300" y="38100"/>
                    </a:moveTo>
                    <a:lnTo>
                      <a:pt x="495300" y="323850"/>
                    </a:lnTo>
                    <a:cubicBezTo>
                      <a:pt x="495300" y="334371"/>
                      <a:pt x="486771" y="342900"/>
                      <a:pt x="476250" y="342900"/>
                    </a:cubicBezTo>
                    <a:cubicBezTo>
                      <a:pt x="465729" y="342900"/>
                      <a:pt x="457200" y="334371"/>
                      <a:pt x="457200" y="323850"/>
                    </a:cubicBezTo>
                    <a:lnTo>
                      <a:pt x="457200" y="38100"/>
                    </a:lnTo>
                    <a:lnTo>
                      <a:pt x="95250" y="38100"/>
                    </a:lnTo>
                    <a:cubicBezTo>
                      <a:pt x="84729" y="38100"/>
                      <a:pt x="76200" y="29571"/>
                      <a:pt x="76200" y="19050"/>
                    </a:cubicBezTo>
                    <a:cubicBezTo>
                      <a:pt x="76200" y="8529"/>
                      <a:pt x="84729" y="0"/>
                      <a:pt x="95250" y="0"/>
                    </a:cubicBezTo>
                    <a:lnTo>
                      <a:pt x="457200" y="0"/>
                    </a:lnTo>
                    <a:cubicBezTo>
                      <a:pt x="478242" y="0"/>
                      <a:pt x="495300" y="17058"/>
                      <a:pt x="495300" y="38100"/>
                    </a:cubicBezTo>
                    <a:close/>
                  </a:path>
                </a:pathLst>
              </a:custGeom>
              <a:solidFill>
                <a:schemeClr val="accent1"/>
              </a:solidFill>
              <a:ln>
                <a:noFill/>
              </a:ln>
            </p:spPr>
          </p:sp>
        </p:grpSp>
        <p:sp>
          <p:nvSpPr>
            <p:cNvPr id="11" name="TextBox 11"/>
            <p:cNvSpPr txBox="1"/>
            <p:nvPr/>
          </p:nvSpPr>
          <p:spPr>
            <a:xfrm>
              <a:off x="1927024" y="3098800"/>
              <a:ext cx="451253" cy="234696"/>
            </a:xfrm>
            <a:prstGeom prst="rect">
              <a:avLst/>
            </a:prstGeom>
            <a:noFill/>
            <a:ln>
              <a:noFill/>
            </a:ln>
          </p:spPr>
          <p:txBody>
            <a:bodyPr wrap="none" lIns="0" tIns="0" rIns="0" bIns="0" anchor="t" anchorCtr="0">
              <a:spAutoFit/>
            </a:bodyPr>
            <a:lstStyle/>
            <a:p>
              <a:pPr algn="ctr"/>
              <a:r>
                <a:rPr lang="en" sz="1200" b="1" dirty="0">
                  <a:solidFill>
                    <a:schemeClr val="accent1"/>
                  </a:solidFill>
                  <a:latin typeface="+mn-lt"/>
                  <a:ea typeface="+mn-ea"/>
                  <a:cs typeface="+mn-cs"/>
                </a:rPr>
                <a:t>FROM</a:t>
              </a:r>
            </a:p>
          </p:txBody>
        </p:sp>
        <p:sp>
          <p:nvSpPr>
            <p:cNvPr id="12" name="TextBox 12"/>
            <p:cNvSpPr txBox="1"/>
            <p:nvPr/>
          </p:nvSpPr>
          <p:spPr>
            <a:xfrm>
              <a:off x="1259569" y="3422650"/>
              <a:ext cx="1786162" cy="410718"/>
            </a:xfrm>
            <a:prstGeom prst="rect">
              <a:avLst/>
            </a:prstGeom>
            <a:noFill/>
            <a:ln>
              <a:noFill/>
            </a:ln>
          </p:spPr>
          <p:txBody>
            <a:bodyPr wrap="none" lIns="0" tIns="0" rIns="0" bIns="0" anchor="t" anchorCtr="0">
              <a:spAutoFit/>
            </a:bodyPr>
            <a:lstStyle/>
            <a:p>
              <a:pPr algn="ctr"/>
              <a:r>
                <a:rPr lang="en" sz="2100" b="1" dirty="0">
                  <a:solidFill>
                    <a:schemeClr val="dk1"/>
                  </a:solidFill>
                  <a:latin typeface="+mn-lt"/>
                  <a:ea typeface="+mn-ea"/>
                  <a:cs typeface="+mn-cs"/>
                </a:rPr>
                <a:t>A pain you feel</a:t>
              </a:r>
            </a:p>
          </p:txBody>
        </p:sp>
        <p:sp>
          <p:nvSpPr>
            <p:cNvPr id="13" name="TextBox 13"/>
            <p:cNvSpPr txBox="1"/>
            <p:nvPr/>
          </p:nvSpPr>
          <p:spPr>
            <a:xfrm>
              <a:off x="963837" y="3879850"/>
              <a:ext cx="2377627" cy="352044"/>
            </a:xfrm>
            <a:prstGeom prst="rect">
              <a:avLst/>
            </a:prstGeom>
            <a:noFill/>
            <a:ln>
              <a:noFill/>
            </a:ln>
          </p:spPr>
          <p:txBody>
            <a:bodyPr wrap="none" lIns="0" tIns="0" rIns="0" bIns="0" anchor="t" anchorCtr="0">
              <a:spAutoFit/>
            </a:bodyPr>
            <a:lstStyle/>
            <a:p>
              <a:pPr algn="ctr"/>
              <a:r>
                <a:rPr lang="en" sz="1800" dirty="0">
                  <a:solidFill>
                    <a:schemeClr val="accent5"/>
                  </a:solidFill>
                  <a:latin typeface="+mn-lt"/>
                  <a:ea typeface="+mn-ea"/>
                  <a:cs typeface="+mn-cs"/>
                </a:rPr>
                <a:t>Not the impressive one.</a:t>
              </a:r>
            </a:p>
          </p:txBody>
        </p:sp>
        <p:grpSp>
          <p:nvGrpSpPr>
            <p:cNvPr id="16" name="Group 16"/>
            <p:cNvGrpSpPr/>
            <p:nvPr/>
          </p:nvGrpSpPr>
          <p:grpSpPr>
            <a:xfrm>
              <a:off x="3971925" y="3404240"/>
              <a:ext cx="285759" cy="240019"/>
              <a:chOff x="3971925" y="3404240"/>
              <a:chExt cx="285759" cy="240019"/>
            </a:xfrm>
          </p:grpSpPr>
          <p:sp>
            <p:nvSpPr>
              <p:cNvPr id="14" name="Freeform 14"/>
              <p:cNvSpPr/>
              <p:nvPr/>
            </p:nvSpPr>
            <p:spPr>
              <a:xfrm>
                <a:off x="4138612" y="3417094"/>
                <a:ext cx="107156" cy="214312"/>
              </a:xfrm>
              <a:custGeom>
                <a:avLst/>
                <a:gdLst/>
                <a:ahLst/>
                <a:cxnLst/>
                <a:rect l="l" t="t" r="r" b="b"/>
                <a:pathLst>
                  <a:path w="107156" h="214312">
                    <a:moveTo>
                      <a:pt x="107156" y="107156"/>
                    </a:moveTo>
                    <a:lnTo>
                      <a:pt x="0" y="214312"/>
                    </a:lnTo>
                    <a:lnTo>
                      <a:pt x="0" y="0"/>
                    </a:lnTo>
                    <a:close/>
                  </a:path>
                </a:pathLst>
              </a:custGeom>
              <a:solidFill>
                <a:schemeClr val="accent1">
                  <a:alpha val="20000"/>
                </a:schemeClr>
              </a:solidFill>
              <a:ln>
                <a:noFill/>
              </a:ln>
            </p:spPr>
          </p:sp>
          <p:sp>
            <p:nvSpPr>
              <p:cNvPr id="15" name="Freeform 15"/>
              <p:cNvSpPr/>
              <p:nvPr/>
            </p:nvSpPr>
            <p:spPr>
              <a:xfrm>
                <a:off x="3971925" y="3404240"/>
                <a:ext cx="285759" cy="240019"/>
              </a:xfrm>
              <a:custGeom>
                <a:avLst/>
                <a:gdLst/>
                <a:ahLst/>
                <a:cxnLst/>
                <a:rect l="l" t="t" r="r" b="b"/>
                <a:pathLst>
                  <a:path w="285759" h="240019">
                    <a:moveTo>
                      <a:pt x="282267" y="111586"/>
                    </a:moveTo>
                    <a:lnTo>
                      <a:pt x="175111" y="4430"/>
                    </a:lnTo>
                    <a:cubicBezTo>
                      <a:pt x="171706" y="1020"/>
                      <a:pt x="166581" y="0"/>
                      <a:pt x="162130" y="1844"/>
                    </a:cubicBezTo>
                    <a:cubicBezTo>
                      <a:pt x="157678" y="3689"/>
                      <a:pt x="154777" y="8035"/>
                      <a:pt x="154781" y="12853"/>
                    </a:cubicBezTo>
                    <a:lnTo>
                      <a:pt x="154781" y="108103"/>
                    </a:lnTo>
                    <a:lnTo>
                      <a:pt x="11906" y="108103"/>
                    </a:lnTo>
                    <a:cubicBezTo>
                      <a:pt x="5331" y="108103"/>
                      <a:pt x="0" y="113434"/>
                      <a:pt x="0" y="120010"/>
                    </a:cubicBezTo>
                    <a:cubicBezTo>
                      <a:pt x="0" y="126585"/>
                      <a:pt x="5331" y="131916"/>
                      <a:pt x="11906" y="131916"/>
                    </a:cubicBezTo>
                    <a:lnTo>
                      <a:pt x="154781" y="131916"/>
                    </a:lnTo>
                    <a:lnTo>
                      <a:pt x="154781" y="227166"/>
                    </a:lnTo>
                    <a:cubicBezTo>
                      <a:pt x="154777" y="231984"/>
                      <a:pt x="157678" y="236330"/>
                      <a:pt x="162130" y="238175"/>
                    </a:cubicBezTo>
                    <a:cubicBezTo>
                      <a:pt x="166581" y="240019"/>
                      <a:pt x="171706" y="238999"/>
                      <a:pt x="175111" y="235589"/>
                    </a:cubicBezTo>
                    <a:lnTo>
                      <a:pt x="282267" y="128433"/>
                    </a:lnTo>
                    <a:cubicBezTo>
                      <a:pt x="284503" y="126200"/>
                      <a:pt x="285759" y="123170"/>
                      <a:pt x="285759" y="120010"/>
                    </a:cubicBezTo>
                    <a:cubicBezTo>
                      <a:pt x="285759" y="116849"/>
                      <a:pt x="284503" y="113819"/>
                      <a:pt x="282267" y="111586"/>
                    </a:cubicBezTo>
                    <a:close/>
                    <a:moveTo>
                      <a:pt x="178594" y="198427"/>
                    </a:moveTo>
                    <a:lnTo>
                      <a:pt x="178594" y="41592"/>
                    </a:lnTo>
                    <a:lnTo>
                      <a:pt x="257011" y="120010"/>
                    </a:lnTo>
                    <a:close/>
                  </a:path>
                </a:pathLst>
              </a:custGeom>
              <a:solidFill>
                <a:schemeClr val="accent1"/>
              </a:solidFill>
              <a:ln>
                <a:noFill/>
              </a:ln>
            </p:spPr>
          </p:sp>
        </p:grpSp>
        <p:sp>
          <p:nvSpPr>
            <p:cNvPr id="17" name="Rectangle 17"/>
            <p:cNvSpPr/>
            <p:nvPr/>
          </p:nvSpPr>
          <p:spPr>
            <a:xfrm>
              <a:off x="4552950" y="2133600"/>
              <a:ext cx="3238500" cy="3143250"/>
            </a:xfrm>
            <a:prstGeom prst="roundRect">
              <a:avLst>
                <a:gd name="adj" fmla="val 6667"/>
              </a:avLst>
            </a:prstGeom>
            <a:solidFill>
              <a:schemeClr val="accent1">
                <a:alpha val="18000"/>
              </a:schemeClr>
            </a:solidFill>
            <a:ln>
              <a:noFill/>
            </a:ln>
          </p:spPr>
        </p:sp>
        <p:sp>
          <p:nvSpPr>
            <p:cNvPr id="18" name="Rectangle 18"/>
            <p:cNvSpPr/>
            <p:nvPr/>
          </p:nvSpPr>
          <p:spPr>
            <a:xfrm>
              <a:off x="4457700" y="2000250"/>
              <a:ext cx="3238500" cy="3143250"/>
            </a:xfrm>
            <a:prstGeom prst="roundRect">
              <a:avLst>
                <a:gd name="adj" fmla="val 6667"/>
              </a:avLst>
            </a:prstGeom>
            <a:solidFill>
              <a:srgbClr val="FFFFFF"/>
            </a:solidFill>
            <a:ln>
              <a:noFill/>
            </a:ln>
            <a:effectLst>
              <a:outerShdw blurRad="114300" dist="76200" dir="5400000" algn="ctr" rotWithShape="0">
                <a:srgbClr val="8A0010">
                  <a:alpha val="12000"/>
                </a:srgbClr>
              </a:outerShdw>
            </a:effectLst>
          </p:spPr>
        </p:sp>
        <p:grpSp>
          <p:nvGrpSpPr>
            <p:cNvPr id="21" name="Group 21"/>
            <p:cNvGrpSpPr/>
            <p:nvPr/>
          </p:nvGrpSpPr>
          <p:grpSpPr>
            <a:xfrm>
              <a:off x="5714903" y="2266950"/>
              <a:ext cx="552547" cy="552547"/>
              <a:chOff x="5714903" y="2266950"/>
              <a:chExt cx="552547" cy="552547"/>
            </a:xfrm>
          </p:grpSpPr>
          <p:sp>
            <p:nvSpPr>
              <p:cNvPr id="19" name="Freeform 19"/>
              <p:cNvSpPr/>
              <p:nvPr/>
            </p:nvSpPr>
            <p:spPr>
              <a:xfrm>
                <a:off x="5734056" y="2381256"/>
                <a:ext cx="419088" cy="419088"/>
              </a:xfrm>
              <a:custGeom>
                <a:avLst/>
                <a:gdLst/>
                <a:ahLst/>
                <a:cxnLst/>
                <a:rect l="l" t="t" r="r" b="b"/>
                <a:pathLst>
                  <a:path w="419088" h="419088">
                    <a:moveTo>
                      <a:pt x="406759" y="227237"/>
                    </a:moveTo>
                    <a:lnTo>
                      <a:pt x="275576" y="275576"/>
                    </a:lnTo>
                    <a:lnTo>
                      <a:pt x="227237" y="406759"/>
                    </a:lnTo>
                    <a:cubicBezTo>
                      <a:pt x="224502" y="414168"/>
                      <a:pt x="217441" y="419088"/>
                      <a:pt x="209544" y="419088"/>
                    </a:cubicBezTo>
                    <a:cubicBezTo>
                      <a:pt x="201647" y="419088"/>
                      <a:pt x="194586" y="414168"/>
                      <a:pt x="191851" y="406759"/>
                    </a:cubicBezTo>
                    <a:lnTo>
                      <a:pt x="143512" y="275576"/>
                    </a:lnTo>
                    <a:lnTo>
                      <a:pt x="12329" y="227237"/>
                    </a:lnTo>
                    <a:cubicBezTo>
                      <a:pt x="4920" y="224502"/>
                      <a:pt x="0" y="217441"/>
                      <a:pt x="0" y="209544"/>
                    </a:cubicBezTo>
                    <a:cubicBezTo>
                      <a:pt x="0" y="201647"/>
                      <a:pt x="4920" y="194586"/>
                      <a:pt x="12329" y="191851"/>
                    </a:cubicBezTo>
                    <a:lnTo>
                      <a:pt x="143512" y="143512"/>
                    </a:lnTo>
                    <a:lnTo>
                      <a:pt x="191851" y="12329"/>
                    </a:lnTo>
                    <a:cubicBezTo>
                      <a:pt x="194586" y="4920"/>
                      <a:pt x="201647" y="0"/>
                      <a:pt x="209544" y="0"/>
                    </a:cubicBezTo>
                    <a:cubicBezTo>
                      <a:pt x="217441" y="0"/>
                      <a:pt x="224502" y="4920"/>
                      <a:pt x="227237" y="12329"/>
                    </a:cubicBezTo>
                    <a:lnTo>
                      <a:pt x="275576" y="143512"/>
                    </a:lnTo>
                    <a:lnTo>
                      <a:pt x="406759" y="191851"/>
                    </a:lnTo>
                    <a:cubicBezTo>
                      <a:pt x="414168" y="194586"/>
                      <a:pt x="419088" y="201647"/>
                      <a:pt x="419088" y="209544"/>
                    </a:cubicBezTo>
                    <a:cubicBezTo>
                      <a:pt x="419088" y="217441"/>
                      <a:pt x="414168" y="224502"/>
                      <a:pt x="406759" y="227237"/>
                    </a:cubicBezTo>
                    <a:close/>
                  </a:path>
                </a:pathLst>
              </a:custGeom>
              <a:solidFill>
                <a:schemeClr val="accent1">
                  <a:alpha val="20000"/>
                </a:schemeClr>
              </a:solidFill>
              <a:ln>
                <a:noFill/>
              </a:ln>
            </p:spPr>
          </p:sp>
          <p:sp>
            <p:nvSpPr>
              <p:cNvPr id="20" name="Freeform 20"/>
              <p:cNvSpPr/>
              <p:nvPr/>
            </p:nvSpPr>
            <p:spPr>
              <a:xfrm>
                <a:off x="5714903" y="2266950"/>
                <a:ext cx="552547" cy="552547"/>
              </a:xfrm>
              <a:custGeom>
                <a:avLst/>
                <a:gdLst/>
                <a:ahLst/>
                <a:cxnLst/>
                <a:rect l="l" t="t" r="r" b="b"/>
                <a:pathLst>
                  <a:path w="552547" h="552547">
                    <a:moveTo>
                      <a:pt x="432484" y="288274"/>
                    </a:moveTo>
                    <a:lnTo>
                      <a:pt x="309659" y="242888"/>
                    </a:lnTo>
                    <a:lnTo>
                      <a:pt x="264416" y="119967"/>
                    </a:lnTo>
                    <a:cubicBezTo>
                      <a:pt x="258928" y="105059"/>
                      <a:pt x="244726" y="95153"/>
                      <a:pt x="228840" y="95153"/>
                    </a:cubicBezTo>
                    <a:cubicBezTo>
                      <a:pt x="212953" y="95153"/>
                      <a:pt x="198752" y="105059"/>
                      <a:pt x="193264" y="119967"/>
                    </a:cubicBezTo>
                    <a:lnTo>
                      <a:pt x="147734" y="242888"/>
                    </a:lnTo>
                    <a:lnTo>
                      <a:pt x="24814" y="288131"/>
                    </a:lnTo>
                    <a:cubicBezTo>
                      <a:pt x="9906" y="293619"/>
                      <a:pt x="0" y="307821"/>
                      <a:pt x="0" y="323707"/>
                    </a:cubicBezTo>
                    <a:cubicBezTo>
                      <a:pt x="0" y="339594"/>
                      <a:pt x="9906" y="353795"/>
                      <a:pt x="24814" y="359283"/>
                    </a:cubicBezTo>
                    <a:lnTo>
                      <a:pt x="147734" y="404812"/>
                    </a:lnTo>
                    <a:lnTo>
                      <a:pt x="192978" y="527733"/>
                    </a:lnTo>
                    <a:cubicBezTo>
                      <a:pt x="198466" y="542641"/>
                      <a:pt x="212667" y="552547"/>
                      <a:pt x="228554" y="552547"/>
                    </a:cubicBezTo>
                    <a:cubicBezTo>
                      <a:pt x="244441" y="552547"/>
                      <a:pt x="258642" y="542641"/>
                      <a:pt x="264130" y="527733"/>
                    </a:cubicBezTo>
                    <a:lnTo>
                      <a:pt x="309659" y="404812"/>
                    </a:lnTo>
                    <a:lnTo>
                      <a:pt x="432579" y="359569"/>
                    </a:lnTo>
                    <a:cubicBezTo>
                      <a:pt x="447488" y="354081"/>
                      <a:pt x="457394" y="339879"/>
                      <a:pt x="457394" y="323993"/>
                    </a:cubicBezTo>
                    <a:cubicBezTo>
                      <a:pt x="457394" y="308106"/>
                      <a:pt x="447488" y="293905"/>
                      <a:pt x="432579" y="288417"/>
                    </a:cubicBezTo>
                    <a:close/>
                    <a:moveTo>
                      <a:pt x="288228" y="371999"/>
                    </a:moveTo>
                    <a:cubicBezTo>
                      <a:pt x="282995" y="373928"/>
                      <a:pt x="278870" y="378053"/>
                      <a:pt x="276941" y="383286"/>
                    </a:cubicBezTo>
                    <a:lnTo>
                      <a:pt x="228697" y="513993"/>
                    </a:lnTo>
                    <a:lnTo>
                      <a:pt x="180548" y="383381"/>
                    </a:lnTo>
                    <a:cubicBezTo>
                      <a:pt x="178622" y="378092"/>
                      <a:pt x="174455" y="373925"/>
                      <a:pt x="169166" y="371999"/>
                    </a:cubicBezTo>
                    <a:lnTo>
                      <a:pt x="38554" y="323850"/>
                    </a:lnTo>
                    <a:lnTo>
                      <a:pt x="169166" y="275701"/>
                    </a:lnTo>
                    <a:cubicBezTo>
                      <a:pt x="174455" y="273775"/>
                      <a:pt x="178622" y="269608"/>
                      <a:pt x="180548" y="264319"/>
                    </a:cubicBezTo>
                    <a:lnTo>
                      <a:pt x="228697" y="133707"/>
                    </a:lnTo>
                    <a:lnTo>
                      <a:pt x="276846" y="264319"/>
                    </a:lnTo>
                    <a:cubicBezTo>
                      <a:pt x="278774" y="269552"/>
                      <a:pt x="282900" y="273677"/>
                      <a:pt x="288133" y="275606"/>
                    </a:cubicBezTo>
                    <a:lnTo>
                      <a:pt x="418840" y="323850"/>
                    </a:lnTo>
                    <a:close/>
                    <a:moveTo>
                      <a:pt x="304897" y="76200"/>
                    </a:moveTo>
                    <a:cubicBezTo>
                      <a:pt x="304897" y="65679"/>
                      <a:pt x="313426" y="57150"/>
                      <a:pt x="323947" y="57150"/>
                    </a:cubicBezTo>
                    <a:lnTo>
                      <a:pt x="362047" y="57150"/>
                    </a:lnTo>
                    <a:lnTo>
                      <a:pt x="362047" y="19050"/>
                    </a:lnTo>
                    <a:cubicBezTo>
                      <a:pt x="362047" y="8529"/>
                      <a:pt x="370576" y="0"/>
                      <a:pt x="381097" y="0"/>
                    </a:cubicBezTo>
                    <a:cubicBezTo>
                      <a:pt x="391618" y="0"/>
                      <a:pt x="400147" y="8529"/>
                      <a:pt x="400147" y="19050"/>
                    </a:cubicBezTo>
                    <a:lnTo>
                      <a:pt x="400147" y="57150"/>
                    </a:lnTo>
                    <a:lnTo>
                      <a:pt x="438247" y="57150"/>
                    </a:lnTo>
                    <a:cubicBezTo>
                      <a:pt x="448768" y="57150"/>
                      <a:pt x="457297" y="65679"/>
                      <a:pt x="457297" y="76200"/>
                    </a:cubicBezTo>
                    <a:cubicBezTo>
                      <a:pt x="457297" y="86721"/>
                      <a:pt x="448768" y="95250"/>
                      <a:pt x="438247" y="95250"/>
                    </a:cubicBezTo>
                    <a:lnTo>
                      <a:pt x="400147" y="95250"/>
                    </a:lnTo>
                    <a:lnTo>
                      <a:pt x="400147" y="133350"/>
                    </a:lnTo>
                    <a:cubicBezTo>
                      <a:pt x="400147" y="143871"/>
                      <a:pt x="391618" y="152400"/>
                      <a:pt x="381097" y="152400"/>
                    </a:cubicBezTo>
                    <a:cubicBezTo>
                      <a:pt x="370576" y="152400"/>
                      <a:pt x="362047" y="143871"/>
                      <a:pt x="362047" y="133350"/>
                    </a:cubicBezTo>
                    <a:lnTo>
                      <a:pt x="362047" y="95250"/>
                    </a:lnTo>
                    <a:lnTo>
                      <a:pt x="323947" y="95250"/>
                    </a:lnTo>
                    <a:cubicBezTo>
                      <a:pt x="313426" y="95250"/>
                      <a:pt x="304897" y="86721"/>
                      <a:pt x="304897" y="76200"/>
                    </a:cubicBezTo>
                    <a:close/>
                    <a:moveTo>
                      <a:pt x="552547" y="190500"/>
                    </a:moveTo>
                    <a:cubicBezTo>
                      <a:pt x="552547" y="201021"/>
                      <a:pt x="544018" y="209550"/>
                      <a:pt x="533497" y="209550"/>
                    </a:cubicBezTo>
                    <a:lnTo>
                      <a:pt x="514447" y="209550"/>
                    </a:lnTo>
                    <a:lnTo>
                      <a:pt x="514447" y="228600"/>
                    </a:lnTo>
                    <a:cubicBezTo>
                      <a:pt x="514447" y="239121"/>
                      <a:pt x="505918" y="247650"/>
                      <a:pt x="495397" y="247650"/>
                    </a:cubicBezTo>
                    <a:cubicBezTo>
                      <a:pt x="484876" y="247650"/>
                      <a:pt x="476347" y="239121"/>
                      <a:pt x="476347" y="228600"/>
                    </a:cubicBezTo>
                    <a:lnTo>
                      <a:pt x="476347" y="209550"/>
                    </a:lnTo>
                    <a:lnTo>
                      <a:pt x="457297" y="209550"/>
                    </a:lnTo>
                    <a:cubicBezTo>
                      <a:pt x="446776" y="209550"/>
                      <a:pt x="438247" y="201021"/>
                      <a:pt x="438247" y="190500"/>
                    </a:cubicBezTo>
                    <a:cubicBezTo>
                      <a:pt x="438247" y="179979"/>
                      <a:pt x="446776" y="171450"/>
                      <a:pt x="457297" y="171450"/>
                    </a:cubicBezTo>
                    <a:lnTo>
                      <a:pt x="476347" y="171450"/>
                    </a:lnTo>
                    <a:lnTo>
                      <a:pt x="476347" y="152400"/>
                    </a:lnTo>
                    <a:cubicBezTo>
                      <a:pt x="476347" y="141879"/>
                      <a:pt x="484876" y="133350"/>
                      <a:pt x="495397" y="133350"/>
                    </a:cubicBezTo>
                    <a:cubicBezTo>
                      <a:pt x="505918" y="133350"/>
                      <a:pt x="514447" y="141879"/>
                      <a:pt x="514447" y="152400"/>
                    </a:cubicBezTo>
                    <a:lnTo>
                      <a:pt x="514447" y="171450"/>
                    </a:lnTo>
                    <a:lnTo>
                      <a:pt x="533497" y="171450"/>
                    </a:lnTo>
                    <a:cubicBezTo>
                      <a:pt x="544018" y="171450"/>
                      <a:pt x="552547" y="179979"/>
                      <a:pt x="552547" y="190500"/>
                    </a:cubicBezTo>
                    <a:close/>
                  </a:path>
                </a:pathLst>
              </a:custGeom>
              <a:solidFill>
                <a:schemeClr val="accent1"/>
              </a:solidFill>
              <a:ln>
                <a:noFill/>
              </a:ln>
            </p:spPr>
          </p:sp>
        </p:grpSp>
        <p:sp>
          <p:nvSpPr>
            <p:cNvPr id="22" name="TextBox 22"/>
            <p:cNvSpPr txBox="1"/>
            <p:nvPr/>
          </p:nvSpPr>
          <p:spPr>
            <a:xfrm>
              <a:off x="5705053" y="3098800"/>
              <a:ext cx="743795" cy="234696"/>
            </a:xfrm>
            <a:prstGeom prst="rect">
              <a:avLst/>
            </a:prstGeom>
            <a:noFill/>
            <a:ln>
              <a:noFill/>
            </a:ln>
          </p:spPr>
          <p:txBody>
            <a:bodyPr wrap="none" lIns="0" tIns="0" rIns="0" bIns="0" anchor="t" anchorCtr="0">
              <a:spAutoFit/>
            </a:bodyPr>
            <a:lstStyle/>
            <a:p>
              <a:pPr algn="ctr"/>
              <a:r>
                <a:rPr lang="en" sz="1200" b="1" dirty="0">
                  <a:solidFill>
                    <a:schemeClr val="accent1"/>
                  </a:solidFill>
                  <a:latin typeface="+mn-lt"/>
                  <a:ea typeface="+mn-ea"/>
                  <a:cs typeface="+mn-cs"/>
                </a:rPr>
                <a:t>THROUGH</a:t>
              </a:r>
            </a:p>
          </p:txBody>
        </p:sp>
        <p:sp>
          <p:nvSpPr>
            <p:cNvPr id="23" name="TextBox 23"/>
            <p:cNvSpPr txBox="1"/>
            <p:nvPr/>
          </p:nvSpPr>
          <p:spPr>
            <a:xfrm>
              <a:off x="5351855" y="3422650"/>
              <a:ext cx="1450190" cy="410718"/>
            </a:xfrm>
            <a:prstGeom prst="rect">
              <a:avLst/>
            </a:prstGeom>
            <a:noFill/>
            <a:ln>
              <a:noFill/>
            </a:ln>
          </p:spPr>
          <p:txBody>
            <a:bodyPr wrap="none" lIns="0" tIns="0" rIns="0" bIns="0" anchor="t" anchorCtr="0">
              <a:spAutoFit/>
            </a:bodyPr>
            <a:lstStyle/>
            <a:p>
              <a:pPr algn="ctr"/>
              <a:r>
                <a:rPr lang="en" sz="2100" b="1" dirty="0">
                  <a:solidFill>
                    <a:schemeClr val="dk1"/>
                  </a:solidFill>
                  <a:latin typeface="+mn-lt"/>
                  <a:ea typeface="+mn-ea"/>
                  <a:cs typeface="+mn-cs"/>
                </a:rPr>
                <a:t>An assistant</a:t>
              </a:r>
            </a:p>
          </p:txBody>
        </p:sp>
        <p:sp>
          <p:nvSpPr>
            <p:cNvPr id="24" name="TextBox 24"/>
            <p:cNvSpPr txBox="1"/>
            <p:nvPr/>
          </p:nvSpPr>
          <p:spPr>
            <a:xfrm>
              <a:off x="4858048" y="3879850"/>
              <a:ext cx="2437803" cy="352044"/>
            </a:xfrm>
            <a:prstGeom prst="rect">
              <a:avLst/>
            </a:prstGeom>
            <a:noFill/>
            <a:ln>
              <a:noFill/>
            </a:ln>
          </p:spPr>
          <p:txBody>
            <a:bodyPr wrap="none" lIns="0" tIns="0" rIns="0" bIns="0" anchor="t" anchorCtr="0">
              <a:spAutoFit/>
            </a:bodyPr>
            <a:lstStyle/>
            <a:p>
              <a:pPr algn="ctr"/>
              <a:r>
                <a:rPr lang="en" sz="1800" dirty="0">
                  <a:solidFill>
                    <a:schemeClr val="accent5"/>
                  </a:solidFill>
                  <a:latin typeface="+mn-lt"/>
                  <a:ea typeface="+mn-ea"/>
                  <a:cs typeface="+mn-cs"/>
                </a:rPr>
                <a:t>You decide what it does.</a:t>
              </a:r>
            </a:p>
          </p:txBody>
        </p:sp>
        <p:grpSp>
          <p:nvGrpSpPr>
            <p:cNvPr id="27" name="Group 27"/>
            <p:cNvGrpSpPr/>
            <p:nvPr/>
          </p:nvGrpSpPr>
          <p:grpSpPr>
            <a:xfrm>
              <a:off x="7896225" y="3404240"/>
              <a:ext cx="285759" cy="240019"/>
              <a:chOff x="7896225" y="3404240"/>
              <a:chExt cx="285759" cy="240019"/>
            </a:xfrm>
          </p:grpSpPr>
          <p:sp>
            <p:nvSpPr>
              <p:cNvPr id="25" name="Freeform 25"/>
              <p:cNvSpPr/>
              <p:nvPr/>
            </p:nvSpPr>
            <p:spPr>
              <a:xfrm>
                <a:off x="8062912" y="3417094"/>
                <a:ext cx="107156" cy="214312"/>
              </a:xfrm>
              <a:custGeom>
                <a:avLst/>
                <a:gdLst/>
                <a:ahLst/>
                <a:cxnLst/>
                <a:rect l="l" t="t" r="r" b="b"/>
                <a:pathLst>
                  <a:path w="107156" h="214312">
                    <a:moveTo>
                      <a:pt x="107156" y="107156"/>
                    </a:moveTo>
                    <a:lnTo>
                      <a:pt x="0" y="214312"/>
                    </a:lnTo>
                    <a:lnTo>
                      <a:pt x="0" y="0"/>
                    </a:lnTo>
                    <a:close/>
                  </a:path>
                </a:pathLst>
              </a:custGeom>
              <a:solidFill>
                <a:schemeClr val="accent1">
                  <a:alpha val="20000"/>
                </a:schemeClr>
              </a:solidFill>
              <a:ln>
                <a:noFill/>
              </a:ln>
            </p:spPr>
          </p:sp>
          <p:sp>
            <p:nvSpPr>
              <p:cNvPr id="26" name="Freeform 26"/>
              <p:cNvSpPr/>
              <p:nvPr/>
            </p:nvSpPr>
            <p:spPr>
              <a:xfrm>
                <a:off x="7896225" y="3404240"/>
                <a:ext cx="285759" cy="240019"/>
              </a:xfrm>
              <a:custGeom>
                <a:avLst/>
                <a:gdLst/>
                <a:ahLst/>
                <a:cxnLst/>
                <a:rect l="l" t="t" r="r" b="b"/>
                <a:pathLst>
                  <a:path w="285759" h="240019">
                    <a:moveTo>
                      <a:pt x="282267" y="111586"/>
                    </a:moveTo>
                    <a:lnTo>
                      <a:pt x="175111" y="4430"/>
                    </a:lnTo>
                    <a:cubicBezTo>
                      <a:pt x="171706" y="1020"/>
                      <a:pt x="166581" y="0"/>
                      <a:pt x="162130" y="1844"/>
                    </a:cubicBezTo>
                    <a:cubicBezTo>
                      <a:pt x="157678" y="3689"/>
                      <a:pt x="154777" y="8035"/>
                      <a:pt x="154781" y="12853"/>
                    </a:cubicBezTo>
                    <a:lnTo>
                      <a:pt x="154781" y="108103"/>
                    </a:lnTo>
                    <a:lnTo>
                      <a:pt x="11906" y="108103"/>
                    </a:lnTo>
                    <a:cubicBezTo>
                      <a:pt x="5331" y="108103"/>
                      <a:pt x="0" y="113434"/>
                      <a:pt x="0" y="120010"/>
                    </a:cubicBezTo>
                    <a:cubicBezTo>
                      <a:pt x="0" y="126585"/>
                      <a:pt x="5331" y="131916"/>
                      <a:pt x="11906" y="131916"/>
                    </a:cubicBezTo>
                    <a:lnTo>
                      <a:pt x="154781" y="131916"/>
                    </a:lnTo>
                    <a:lnTo>
                      <a:pt x="154781" y="227166"/>
                    </a:lnTo>
                    <a:cubicBezTo>
                      <a:pt x="154777" y="231984"/>
                      <a:pt x="157678" y="236330"/>
                      <a:pt x="162130" y="238175"/>
                    </a:cubicBezTo>
                    <a:cubicBezTo>
                      <a:pt x="166581" y="240019"/>
                      <a:pt x="171706" y="238999"/>
                      <a:pt x="175111" y="235589"/>
                    </a:cubicBezTo>
                    <a:lnTo>
                      <a:pt x="282267" y="128433"/>
                    </a:lnTo>
                    <a:cubicBezTo>
                      <a:pt x="284503" y="126200"/>
                      <a:pt x="285759" y="123170"/>
                      <a:pt x="285759" y="120010"/>
                    </a:cubicBezTo>
                    <a:cubicBezTo>
                      <a:pt x="285759" y="116849"/>
                      <a:pt x="284503" y="113819"/>
                      <a:pt x="282267" y="111586"/>
                    </a:cubicBezTo>
                    <a:close/>
                    <a:moveTo>
                      <a:pt x="178594" y="198427"/>
                    </a:moveTo>
                    <a:lnTo>
                      <a:pt x="178594" y="41592"/>
                    </a:lnTo>
                    <a:lnTo>
                      <a:pt x="257011" y="120010"/>
                    </a:lnTo>
                    <a:close/>
                  </a:path>
                </a:pathLst>
              </a:custGeom>
              <a:solidFill>
                <a:schemeClr val="accent1"/>
              </a:solidFill>
              <a:ln>
                <a:noFill/>
              </a:ln>
            </p:spPr>
          </p:sp>
        </p:grpSp>
        <p:sp>
          <p:nvSpPr>
            <p:cNvPr id="28" name="Rectangle 28"/>
            <p:cNvSpPr/>
            <p:nvPr/>
          </p:nvSpPr>
          <p:spPr>
            <a:xfrm>
              <a:off x="8477250" y="2133600"/>
              <a:ext cx="3238500" cy="3143250"/>
            </a:xfrm>
            <a:prstGeom prst="roundRect">
              <a:avLst>
                <a:gd name="adj" fmla="val 6667"/>
              </a:avLst>
            </a:prstGeom>
            <a:solidFill>
              <a:schemeClr val="accent1">
                <a:alpha val="18000"/>
              </a:schemeClr>
            </a:solidFill>
            <a:ln>
              <a:noFill/>
            </a:ln>
          </p:spPr>
        </p:sp>
        <p:sp>
          <p:nvSpPr>
            <p:cNvPr id="29" name="Rectangle 29"/>
            <p:cNvSpPr/>
            <p:nvPr/>
          </p:nvSpPr>
          <p:spPr>
            <a:xfrm>
              <a:off x="8382000" y="2000250"/>
              <a:ext cx="3238500" cy="3143250"/>
            </a:xfrm>
            <a:prstGeom prst="roundRect">
              <a:avLst>
                <a:gd name="adj" fmla="val 6667"/>
              </a:avLst>
            </a:prstGeom>
            <a:solidFill>
              <a:srgbClr val="FFFFFF"/>
            </a:solidFill>
            <a:ln>
              <a:noFill/>
            </a:ln>
            <a:effectLst>
              <a:outerShdw blurRad="114300" dist="76200" dir="5400000" algn="ctr" rotWithShape="0">
                <a:srgbClr val="8A0010">
                  <a:alpha val="12000"/>
                </a:srgbClr>
              </a:outerShdw>
            </a:effectLst>
          </p:spPr>
        </p:sp>
        <p:grpSp>
          <p:nvGrpSpPr>
            <p:cNvPr id="32" name="Group 32"/>
            <p:cNvGrpSpPr/>
            <p:nvPr/>
          </p:nvGrpSpPr>
          <p:grpSpPr>
            <a:xfrm>
              <a:off x="9658350" y="2286000"/>
              <a:ext cx="495300" cy="516758"/>
              <a:chOff x="9658350" y="2286000"/>
              <a:chExt cx="495300" cy="516758"/>
            </a:xfrm>
          </p:grpSpPr>
          <p:sp>
            <p:nvSpPr>
              <p:cNvPr id="30" name="Freeform 30"/>
              <p:cNvSpPr/>
              <p:nvPr/>
            </p:nvSpPr>
            <p:spPr>
              <a:xfrm>
                <a:off x="9677400" y="2362200"/>
                <a:ext cx="457200" cy="323850"/>
              </a:xfrm>
              <a:custGeom>
                <a:avLst/>
                <a:gdLst/>
                <a:ahLst/>
                <a:cxnLst/>
                <a:rect l="l" t="t" r="r" b="b"/>
                <a:pathLst>
                  <a:path w="457200" h="323850">
                    <a:moveTo>
                      <a:pt x="457200" y="19050"/>
                    </a:moveTo>
                    <a:lnTo>
                      <a:pt x="457200" y="304800"/>
                    </a:lnTo>
                    <a:cubicBezTo>
                      <a:pt x="457200" y="315321"/>
                      <a:pt x="448671" y="323850"/>
                      <a:pt x="438150" y="323850"/>
                    </a:cubicBezTo>
                    <a:lnTo>
                      <a:pt x="19050" y="323850"/>
                    </a:lnTo>
                    <a:cubicBezTo>
                      <a:pt x="8529" y="323850"/>
                      <a:pt x="0" y="315321"/>
                      <a:pt x="0" y="304800"/>
                    </a:cubicBezTo>
                    <a:lnTo>
                      <a:pt x="0" y="19050"/>
                    </a:lnTo>
                    <a:cubicBezTo>
                      <a:pt x="0" y="8529"/>
                      <a:pt x="8529" y="0"/>
                      <a:pt x="19050" y="0"/>
                    </a:cubicBezTo>
                    <a:lnTo>
                      <a:pt x="438150" y="0"/>
                    </a:lnTo>
                    <a:cubicBezTo>
                      <a:pt x="448671" y="0"/>
                      <a:pt x="457200" y="8529"/>
                      <a:pt x="457200" y="19050"/>
                    </a:cubicBezTo>
                    <a:close/>
                  </a:path>
                </a:pathLst>
              </a:custGeom>
              <a:solidFill>
                <a:schemeClr val="accent1">
                  <a:alpha val="20000"/>
                </a:schemeClr>
              </a:solidFill>
              <a:ln>
                <a:noFill/>
              </a:ln>
            </p:spPr>
          </p:sp>
          <p:sp>
            <p:nvSpPr>
              <p:cNvPr id="31" name="Freeform 31"/>
              <p:cNvSpPr/>
              <p:nvPr/>
            </p:nvSpPr>
            <p:spPr>
              <a:xfrm>
                <a:off x="9658350" y="2286000"/>
                <a:ext cx="495300" cy="516758"/>
              </a:xfrm>
              <a:custGeom>
                <a:avLst/>
                <a:gdLst/>
                <a:ahLst/>
                <a:cxnLst/>
                <a:rect l="l" t="t" r="r" b="b"/>
                <a:pathLst>
                  <a:path w="495300" h="516758">
                    <a:moveTo>
                      <a:pt x="457200" y="57150"/>
                    </a:moveTo>
                    <a:lnTo>
                      <a:pt x="266700" y="57150"/>
                    </a:lnTo>
                    <a:lnTo>
                      <a:pt x="266700" y="19050"/>
                    </a:lnTo>
                    <a:cubicBezTo>
                      <a:pt x="266700" y="8529"/>
                      <a:pt x="258171" y="0"/>
                      <a:pt x="247650" y="0"/>
                    </a:cubicBezTo>
                    <a:cubicBezTo>
                      <a:pt x="237129" y="0"/>
                      <a:pt x="228600" y="8529"/>
                      <a:pt x="228600" y="19050"/>
                    </a:cubicBezTo>
                    <a:lnTo>
                      <a:pt x="228600" y="57150"/>
                    </a:lnTo>
                    <a:lnTo>
                      <a:pt x="38100" y="57150"/>
                    </a:lnTo>
                    <a:cubicBezTo>
                      <a:pt x="17058" y="57150"/>
                      <a:pt x="0" y="74208"/>
                      <a:pt x="0" y="95250"/>
                    </a:cubicBezTo>
                    <a:lnTo>
                      <a:pt x="0" y="381000"/>
                    </a:lnTo>
                    <a:cubicBezTo>
                      <a:pt x="0" y="402042"/>
                      <a:pt x="17058" y="419100"/>
                      <a:pt x="38100" y="419100"/>
                    </a:cubicBezTo>
                    <a:lnTo>
                      <a:pt x="131826" y="419100"/>
                    </a:lnTo>
                    <a:lnTo>
                      <a:pt x="80367" y="483394"/>
                    </a:lnTo>
                    <a:cubicBezTo>
                      <a:pt x="73792" y="491613"/>
                      <a:pt x="75124" y="503607"/>
                      <a:pt x="83344" y="510183"/>
                    </a:cubicBezTo>
                    <a:cubicBezTo>
                      <a:pt x="91563" y="516758"/>
                      <a:pt x="103557" y="515426"/>
                      <a:pt x="110133" y="507206"/>
                    </a:cubicBezTo>
                    <a:lnTo>
                      <a:pt x="180594" y="419100"/>
                    </a:lnTo>
                    <a:lnTo>
                      <a:pt x="314706" y="419100"/>
                    </a:lnTo>
                    <a:lnTo>
                      <a:pt x="385167" y="507206"/>
                    </a:lnTo>
                    <a:cubicBezTo>
                      <a:pt x="391743" y="515426"/>
                      <a:pt x="403737" y="516758"/>
                      <a:pt x="411956" y="510183"/>
                    </a:cubicBezTo>
                    <a:cubicBezTo>
                      <a:pt x="420176" y="503607"/>
                      <a:pt x="421508" y="491613"/>
                      <a:pt x="414933" y="483394"/>
                    </a:cubicBezTo>
                    <a:lnTo>
                      <a:pt x="363474" y="419100"/>
                    </a:lnTo>
                    <a:lnTo>
                      <a:pt x="457200" y="419100"/>
                    </a:lnTo>
                    <a:cubicBezTo>
                      <a:pt x="478242" y="419100"/>
                      <a:pt x="495300" y="402042"/>
                      <a:pt x="495300" y="381000"/>
                    </a:cubicBezTo>
                    <a:lnTo>
                      <a:pt x="495300" y="95250"/>
                    </a:lnTo>
                    <a:cubicBezTo>
                      <a:pt x="495300" y="74208"/>
                      <a:pt x="478242" y="57150"/>
                      <a:pt x="457200" y="57150"/>
                    </a:cubicBezTo>
                    <a:close/>
                    <a:moveTo>
                      <a:pt x="457200" y="381000"/>
                    </a:moveTo>
                    <a:lnTo>
                      <a:pt x="38100" y="381000"/>
                    </a:lnTo>
                    <a:lnTo>
                      <a:pt x="38100" y="95250"/>
                    </a:lnTo>
                    <a:lnTo>
                      <a:pt x="457200" y="95250"/>
                    </a:lnTo>
                    <a:lnTo>
                      <a:pt x="457200" y="381000"/>
                    </a:lnTo>
                    <a:close/>
                    <a:moveTo>
                      <a:pt x="190500" y="247650"/>
                    </a:moveTo>
                    <a:lnTo>
                      <a:pt x="190500" y="304800"/>
                    </a:lnTo>
                    <a:cubicBezTo>
                      <a:pt x="190500" y="315321"/>
                      <a:pt x="181971" y="323850"/>
                      <a:pt x="171450" y="323850"/>
                    </a:cubicBezTo>
                    <a:cubicBezTo>
                      <a:pt x="160929" y="323850"/>
                      <a:pt x="152400" y="315321"/>
                      <a:pt x="152400" y="304800"/>
                    </a:cubicBezTo>
                    <a:lnTo>
                      <a:pt x="152400" y="247650"/>
                    </a:lnTo>
                    <a:cubicBezTo>
                      <a:pt x="152400" y="237129"/>
                      <a:pt x="160929" y="228600"/>
                      <a:pt x="171450" y="228600"/>
                    </a:cubicBezTo>
                    <a:cubicBezTo>
                      <a:pt x="181971" y="228600"/>
                      <a:pt x="190500" y="237129"/>
                      <a:pt x="190500" y="247650"/>
                    </a:cubicBezTo>
                    <a:close/>
                    <a:moveTo>
                      <a:pt x="266700" y="209550"/>
                    </a:moveTo>
                    <a:lnTo>
                      <a:pt x="266700" y="304800"/>
                    </a:lnTo>
                    <a:cubicBezTo>
                      <a:pt x="266700" y="315321"/>
                      <a:pt x="258171" y="323850"/>
                      <a:pt x="247650" y="323850"/>
                    </a:cubicBezTo>
                    <a:cubicBezTo>
                      <a:pt x="237129" y="323850"/>
                      <a:pt x="228600" y="315321"/>
                      <a:pt x="228600" y="304800"/>
                    </a:cubicBezTo>
                    <a:lnTo>
                      <a:pt x="228600" y="209550"/>
                    </a:lnTo>
                    <a:cubicBezTo>
                      <a:pt x="228600" y="199029"/>
                      <a:pt x="237129" y="190500"/>
                      <a:pt x="247650" y="190500"/>
                    </a:cubicBezTo>
                    <a:cubicBezTo>
                      <a:pt x="258171" y="190500"/>
                      <a:pt x="266700" y="199029"/>
                      <a:pt x="266700" y="209550"/>
                    </a:cubicBezTo>
                    <a:close/>
                    <a:moveTo>
                      <a:pt x="342900" y="171450"/>
                    </a:moveTo>
                    <a:lnTo>
                      <a:pt x="342900" y="304800"/>
                    </a:lnTo>
                    <a:cubicBezTo>
                      <a:pt x="342900" y="315321"/>
                      <a:pt x="334371" y="323850"/>
                      <a:pt x="323850" y="323850"/>
                    </a:cubicBezTo>
                    <a:cubicBezTo>
                      <a:pt x="313329" y="323850"/>
                      <a:pt x="304800" y="315321"/>
                      <a:pt x="304800" y="304800"/>
                    </a:cubicBezTo>
                    <a:lnTo>
                      <a:pt x="304800" y="171450"/>
                    </a:lnTo>
                    <a:cubicBezTo>
                      <a:pt x="304800" y="160929"/>
                      <a:pt x="313329" y="152400"/>
                      <a:pt x="323850" y="152400"/>
                    </a:cubicBezTo>
                    <a:cubicBezTo>
                      <a:pt x="334371" y="152400"/>
                      <a:pt x="342900" y="160929"/>
                      <a:pt x="342900" y="171450"/>
                    </a:cubicBezTo>
                    <a:close/>
                  </a:path>
                </a:pathLst>
              </a:custGeom>
              <a:solidFill>
                <a:schemeClr val="accent1"/>
              </a:solidFill>
              <a:ln>
                <a:noFill/>
              </a:ln>
            </p:spPr>
          </p:sp>
        </p:grpSp>
        <p:sp>
          <p:nvSpPr>
            <p:cNvPr id="33" name="TextBox 33"/>
            <p:cNvSpPr txBox="1"/>
            <p:nvPr/>
          </p:nvSpPr>
          <p:spPr>
            <a:xfrm>
              <a:off x="9895182" y="3098800"/>
              <a:ext cx="212136" cy="234696"/>
            </a:xfrm>
            <a:prstGeom prst="rect">
              <a:avLst/>
            </a:prstGeom>
            <a:noFill/>
            <a:ln>
              <a:noFill/>
            </a:ln>
          </p:spPr>
          <p:txBody>
            <a:bodyPr wrap="none" lIns="0" tIns="0" rIns="0" bIns="0" anchor="t" anchorCtr="0">
              <a:spAutoFit/>
            </a:bodyPr>
            <a:lstStyle/>
            <a:p>
              <a:pPr algn="ctr"/>
              <a:r>
                <a:rPr lang="en" sz="1200" b="1" dirty="0">
                  <a:solidFill>
                    <a:schemeClr val="accent1"/>
                  </a:solidFill>
                  <a:latin typeface="+mn-lt"/>
                  <a:ea typeface="+mn-ea"/>
                  <a:cs typeface="+mn-cs"/>
                </a:rPr>
                <a:t>TO</a:t>
              </a:r>
            </a:p>
          </p:txBody>
        </p:sp>
        <p:sp>
          <p:nvSpPr>
            <p:cNvPr id="34" name="TextBox 34"/>
            <p:cNvSpPr txBox="1"/>
            <p:nvPr/>
          </p:nvSpPr>
          <p:spPr>
            <a:xfrm>
              <a:off x="8852456" y="3422650"/>
              <a:ext cx="2297587" cy="410718"/>
            </a:xfrm>
            <a:prstGeom prst="rect">
              <a:avLst/>
            </a:prstGeom>
            <a:noFill/>
            <a:ln>
              <a:noFill/>
            </a:ln>
          </p:spPr>
          <p:txBody>
            <a:bodyPr wrap="none" lIns="0" tIns="0" rIns="0" bIns="0" anchor="t" anchorCtr="0">
              <a:spAutoFit/>
            </a:bodyPr>
            <a:lstStyle/>
            <a:p>
              <a:pPr algn="ctr"/>
              <a:r>
                <a:rPr lang="en" sz="2100" b="1" dirty="0">
                  <a:solidFill>
                    <a:schemeClr val="dk1"/>
                  </a:solidFill>
                  <a:latin typeface="+mn-lt"/>
                  <a:ea typeface="+mn-ea"/>
                  <a:cs typeface="+mn-cs"/>
                </a:rPr>
                <a:t>Something to show</a:t>
              </a:r>
            </a:p>
          </p:txBody>
        </p:sp>
        <p:sp>
          <p:nvSpPr>
            <p:cNvPr id="35" name="TextBox 35"/>
            <p:cNvSpPr txBox="1"/>
            <p:nvPr/>
          </p:nvSpPr>
          <p:spPr>
            <a:xfrm>
              <a:off x="9100873" y="3879850"/>
              <a:ext cx="1800753" cy="352044"/>
            </a:xfrm>
            <a:prstGeom prst="rect">
              <a:avLst/>
            </a:prstGeom>
            <a:noFill/>
            <a:ln>
              <a:noFill/>
            </a:ln>
          </p:spPr>
          <p:txBody>
            <a:bodyPr wrap="none" lIns="0" tIns="0" rIns="0" bIns="0" anchor="t" anchorCtr="0">
              <a:spAutoFit/>
            </a:bodyPr>
            <a:lstStyle/>
            <a:p>
              <a:pPr algn="ctr"/>
              <a:r>
                <a:rPr lang="en" sz="1800" dirty="0">
                  <a:solidFill>
                    <a:schemeClr val="accent5"/>
                  </a:solidFill>
                  <a:latin typeface="+mn-lt"/>
                  <a:ea typeface="+mn-ea"/>
                  <a:cs typeface="+mn-cs"/>
                </a:rPr>
                <a:t>In ninety seconds.</a:t>
              </a:r>
            </a:p>
          </p:txBody>
        </p:sp>
      </p:grpSp>
      <p:grpSp>
        <p:nvGrpSpPr>
          <p:cNvPr id="40" name="promise"/>
          <p:cNvGrpSpPr/>
          <p:nvPr/>
        </p:nvGrpSpPr>
        <p:grpSpPr>
          <a:xfrm>
            <a:off x="457200" y="5791200"/>
            <a:ext cx="11182350" cy="704850"/>
            <a:chOff x="457200" y="5791200"/>
            <a:chExt cx="11182350" cy="704850"/>
          </a:xfrm>
        </p:grpSpPr>
        <p:sp>
          <p:nvSpPr>
            <p:cNvPr id="37" name="Rectangle 37"/>
            <p:cNvSpPr/>
            <p:nvPr/>
          </p:nvSpPr>
          <p:spPr>
            <a:xfrm>
              <a:off x="552450" y="5886450"/>
              <a:ext cx="11087100" cy="609600"/>
            </a:xfrm>
            <a:prstGeom prst="roundRect">
              <a:avLst>
                <a:gd name="adj" fmla="val 34375"/>
              </a:avLst>
            </a:prstGeom>
            <a:solidFill>
              <a:schemeClr val="accent1">
                <a:alpha val="18000"/>
              </a:schemeClr>
            </a:solidFill>
            <a:ln>
              <a:noFill/>
            </a:ln>
          </p:spPr>
        </p:sp>
        <p:sp>
          <p:nvSpPr>
            <p:cNvPr id="38" name="Rectangle 38"/>
            <p:cNvSpPr/>
            <p:nvPr/>
          </p:nvSpPr>
          <p:spPr>
            <a:xfrm>
              <a:off x="457200" y="5791200"/>
              <a:ext cx="11087100" cy="609600"/>
            </a:xfrm>
            <a:prstGeom prst="roundRect">
              <a:avLst>
                <a:gd name="adj" fmla="val 34375"/>
              </a:avLst>
            </a:prstGeom>
            <a:solidFill>
              <a:srgbClr val="FFFFFF"/>
            </a:solidFill>
            <a:ln>
              <a:noFill/>
            </a:ln>
            <a:effectLst>
              <a:outerShdw blurRad="114300" dist="76200" dir="5400000" algn="ctr" rotWithShape="0">
                <a:srgbClr val="8A0010">
                  <a:alpha val="12000"/>
                </a:srgbClr>
              </a:outerShdw>
            </a:effectLst>
          </p:spPr>
        </p:sp>
        <p:sp>
          <p:nvSpPr>
            <p:cNvPr id="39" name="TextBox 39"/>
            <p:cNvSpPr txBox="1"/>
            <p:nvPr/>
          </p:nvSpPr>
          <p:spPr>
            <a:xfrm>
              <a:off x="4058777" y="5975350"/>
              <a:ext cx="4074447" cy="352044"/>
            </a:xfrm>
            <a:prstGeom prst="rect">
              <a:avLst/>
            </a:prstGeom>
            <a:noFill/>
            <a:ln>
              <a:noFill/>
            </a:ln>
          </p:spPr>
          <p:txBody>
            <a:bodyPr wrap="none" lIns="0" tIns="0" rIns="0" bIns="0" anchor="t" anchorCtr="0">
              <a:spAutoFit/>
            </a:bodyPr>
            <a:lstStyle/>
            <a:p>
              <a:pPr algn="ctr"/>
              <a:r>
                <a:rPr lang="en" sz="1800" b="1" dirty="0">
                  <a:solidFill>
                    <a:schemeClr val="dk1"/>
                  </a:solidFill>
                  <a:latin typeface="+mn-lt"/>
                  <a:ea typeface="+mn-ea"/>
                  <a:cs typeface="+mn-cs"/>
                </a:rPr>
                <a:t>One live demo. Then your group does it.</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gradFill>
          <a:gsLst>
            <a:gs pos="0">
              <a:srgbClr val="FFF1F2"/>
            </a:gs>
            <a:gs pos="42000">
              <a:schemeClr val="lt2"/>
            </a:gs>
            <a:gs pos="100000">
              <a:schemeClr val="lt1"/>
            </a:gs>
          </a:gsLst>
          <a:lin ang="2700000" scaled="1"/>
        </a:gradFill>
        <a:effectLst/>
      </p:bgPr>
    </p:bg>
    <p:spTree>
      <p:nvGrpSpPr>
        <p:cNvPr id="1" name=""/>
        <p:cNvGrpSpPr/>
        <p:nvPr/>
      </p:nvGrpSpPr>
      <p:grpSpPr>
        <a:xfrm>
          <a:off x="0" y="0"/>
          <a:ext cx="0" cy="0"/>
          <a:chOff x="0" y="0"/>
          <a:chExt cx="0" cy="0"/>
        </a:xfrm>
      </p:grpSpPr>
      <p:grpSp>
        <p:nvGrpSpPr>
          <p:cNvPr id="4" name="header"/>
          <p:cNvGrpSpPr/>
          <p:nvPr/>
        </p:nvGrpSpPr>
        <p:grpSpPr>
          <a:xfrm>
            <a:off x="518160" y="355600"/>
            <a:ext cx="5206963" cy="828040"/>
            <a:chOff x="518160" y="355600"/>
            <a:chExt cx="5206963" cy="828040"/>
          </a:xfrm>
        </p:grpSpPr>
        <p:sp>
          <p:nvSpPr>
            <p:cNvPr id="2" name="TextBox 2"/>
            <p:cNvSpPr txBox="1"/>
            <p:nvPr/>
          </p:nvSpPr>
          <p:spPr>
            <a:xfrm>
              <a:off x="527304" y="355600"/>
              <a:ext cx="969649"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THE ACTIVITY</a:t>
              </a:r>
            </a:p>
          </p:txBody>
        </p:sp>
        <p:sp>
          <p:nvSpPr>
            <p:cNvPr id="3" name="TextBox 3"/>
            <p:cNvSpPr txBox="1"/>
            <p:nvPr/>
          </p:nvSpPr>
          <p:spPr>
            <a:xfrm>
              <a:off x="518160" y="596900"/>
              <a:ext cx="5206963" cy="586740"/>
            </a:xfrm>
            <a:prstGeom prst="rect">
              <a:avLst/>
            </a:prstGeom>
            <a:noFill/>
            <a:ln>
              <a:noFill/>
            </a:ln>
          </p:spPr>
          <p:txBody>
            <a:bodyPr wrap="none" lIns="0" tIns="0" rIns="0" bIns="0" anchor="t" anchorCtr="0">
              <a:spAutoFit/>
            </a:bodyPr>
            <a:lstStyle/>
            <a:p>
              <a:pPr algn="l"/>
              <a:r>
                <a:rPr lang="en" sz="3000" b="1" dirty="0">
                  <a:solidFill>
                    <a:schemeClr val="dk1"/>
                  </a:solidFill>
                  <a:latin typeface="+mn-lt"/>
                  <a:ea typeface="+mn-ea"/>
                  <a:cs typeface="+mn-cs"/>
                </a:rPr>
                <a:t>One live demo. Then you do it.</a:t>
              </a:r>
            </a:p>
          </p:txBody>
        </p:sp>
      </p:grpSp>
      <p:grpSp>
        <p:nvGrpSpPr>
          <p:cNvPr id="41" name="steps"/>
          <p:cNvGrpSpPr/>
          <p:nvPr/>
        </p:nvGrpSpPr>
        <p:grpSpPr>
          <a:xfrm>
            <a:off x="457200" y="1428750"/>
            <a:ext cx="11125200" cy="2895600"/>
            <a:chOff x="457200" y="1428750"/>
            <a:chExt cx="11125200" cy="2895600"/>
          </a:xfrm>
        </p:grpSpPr>
        <p:sp>
          <p:nvSpPr>
            <p:cNvPr id="5" name="Rectangle 5"/>
            <p:cNvSpPr/>
            <p:nvPr/>
          </p:nvSpPr>
          <p:spPr>
            <a:xfrm>
              <a:off x="552450" y="1562100"/>
              <a:ext cx="2571750" cy="2762250"/>
            </a:xfrm>
            <a:prstGeom prst="roundRect">
              <a:avLst>
                <a:gd name="adj" fmla="val 8148"/>
              </a:avLst>
            </a:prstGeom>
            <a:solidFill>
              <a:schemeClr val="accent1">
                <a:alpha val="18000"/>
              </a:schemeClr>
            </a:solidFill>
            <a:ln>
              <a:noFill/>
            </a:ln>
          </p:spPr>
        </p:sp>
        <p:sp>
          <p:nvSpPr>
            <p:cNvPr id="6" name="Rectangle 6"/>
            <p:cNvSpPr/>
            <p:nvPr/>
          </p:nvSpPr>
          <p:spPr>
            <a:xfrm>
              <a:off x="457200" y="1428750"/>
              <a:ext cx="2571750" cy="2762250"/>
            </a:xfrm>
            <a:prstGeom prst="roundRect">
              <a:avLst>
                <a:gd name="adj" fmla="val 8148"/>
              </a:avLst>
            </a:prstGeom>
            <a:solidFill>
              <a:srgbClr val="FFFFFF"/>
            </a:solidFill>
            <a:ln>
              <a:noFill/>
            </a:ln>
            <a:effectLst>
              <a:outerShdw blurRad="114300" dist="76200" dir="5400000" algn="ctr" rotWithShape="0">
                <a:srgbClr val="8A0010">
                  <a:alpha val="12000"/>
                </a:srgbClr>
              </a:outerShdw>
            </a:effectLst>
          </p:spPr>
        </p:sp>
        <p:grpSp>
          <p:nvGrpSpPr>
            <p:cNvPr id="9" name="Group 9"/>
            <p:cNvGrpSpPr/>
            <p:nvPr/>
          </p:nvGrpSpPr>
          <p:grpSpPr>
            <a:xfrm>
              <a:off x="1516856" y="1721644"/>
              <a:ext cx="433388" cy="366712"/>
              <a:chOff x="1516856" y="1721644"/>
              <a:chExt cx="433388" cy="366712"/>
            </a:xfrm>
          </p:grpSpPr>
          <p:sp>
            <p:nvSpPr>
              <p:cNvPr id="7" name="Freeform 7"/>
              <p:cNvSpPr/>
              <p:nvPr/>
            </p:nvSpPr>
            <p:spPr>
              <a:xfrm>
                <a:off x="1533525" y="1804988"/>
                <a:ext cx="333375" cy="266700"/>
              </a:xfrm>
              <a:custGeom>
                <a:avLst/>
                <a:gdLst/>
                <a:ahLst/>
                <a:cxnLst/>
                <a:rect l="l" t="t" r="r" b="b"/>
                <a:pathLst>
                  <a:path w="333375" h="266700">
                    <a:moveTo>
                      <a:pt x="333375" y="16669"/>
                    </a:moveTo>
                    <a:lnTo>
                      <a:pt x="333375" y="250031"/>
                    </a:lnTo>
                    <a:cubicBezTo>
                      <a:pt x="333375" y="259237"/>
                      <a:pt x="325912" y="266700"/>
                      <a:pt x="316706" y="266700"/>
                    </a:cubicBezTo>
                    <a:lnTo>
                      <a:pt x="16669" y="266700"/>
                    </a:lnTo>
                    <a:cubicBezTo>
                      <a:pt x="7463" y="266700"/>
                      <a:pt x="0" y="259237"/>
                      <a:pt x="0" y="250031"/>
                    </a:cubicBezTo>
                    <a:lnTo>
                      <a:pt x="0" y="16669"/>
                    </a:lnTo>
                    <a:cubicBezTo>
                      <a:pt x="0" y="7463"/>
                      <a:pt x="7463" y="0"/>
                      <a:pt x="16669" y="0"/>
                    </a:cubicBezTo>
                    <a:lnTo>
                      <a:pt x="316706" y="0"/>
                    </a:lnTo>
                    <a:cubicBezTo>
                      <a:pt x="325912" y="0"/>
                      <a:pt x="333375" y="7463"/>
                      <a:pt x="333375" y="16669"/>
                    </a:cubicBezTo>
                    <a:close/>
                  </a:path>
                </a:pathLst>
              </a:custGeom>
              <a:solidFill>
                <a:schemeClr val="accent1">
                  <a:alpha val="20000"/>
                </a:schemeClr>
              </a:solidFill>
              <a:ln>
                <a:noFill/>
              </a:ln>
            </p:spPr>
          </p:sp>
          <p:sp>
            <p:nvSpPr>
              <p:cNvPr id="8" name="Freeform 8"/>
              <p:cNvSpPr/>
              <p:nvPr/>
            </p:nvSpPr>
            <p:spPr>
              <a:xfrm>
                <a:off x="1516856" y="1721644"/>
                <a:ext cx="433388" cy="366712"/>
              </a:xfrm>
              <a:custGeom>
                <a:avLst/>
                <a:gdLst/>
                <a:ahLst/>
                <a:cxnLst/>
                <a:rect l="l" t="t" r="r" b="b"/>
                <a:pathLst>
                  <a:path w="433388" h="366712">
                    <a:moveTo>
                      <a:pt x="333375" y="66675"/>
                    </a:moveTo>
                    <a:lnTo>
                      <a:pt x="33338" y="66675"/>
                    </a:lnTo>
                    <a:cubicBezTo>
                      <a:pt x="14926" y="66675"/>
                      <a:pt x="0" y="81601"/>
                      <a:pt x="0" y="100012"/>
                    </a:cubicBezTo>
                    <a:lnTo>
                      <a:pt x="0" y="333375"/>
                    </a:lnTo>
                    <a:cubicBezTo>
                      <a:pt x="0" y="351787"/>
                      <a:pt x="14926" y="366712"/>
                      <a:pt x="33338" y="366712"/>
                    </a:cubicBezTo>
                    <a:lnTo>
                      <a:pt x="333375" y="366712"/>
                    </a:lnTo>
                    <a:cubicBezTo>
                      <a:pt x="351787" y="366712"/>
                      <a:pt x="366712" y="351787"/>
                      <a:pt x="366712" y="333375"/>
                    </a:cubicBezTo>
                    <a:lnTo>
                      <a:pt x="366712" y="100012"/>
                    </a:lnTo>
                    <a:cubicBezTo>
                      <a:pt x="366712" y="81601"/>
                      <a:pt x="351787" y="66675"/>
                      <a:pt x="333375" y="66675"/>
                    </a:cubicBezTo>
                    <a:close/>
                    <a:moveTo>
                      <a:pt x="333375" y="333375"/>
                    </a:moveTo>
                    <a:lnTo>
                      <a:pt x="33338" y="333375"/>
                    </a:lnTo>
                    <a:lnTo>
                      <a:pt x="33338" y="100012"/>
                    </a:lnTo>
                    <a:lnTo>
                      <a:pt x="333375" y="100012"/>
                    </a:lnTo>
                    <a:lnTo>
                      <a:pt x="333375" y="333375"/>
                    </a:lnTo>
                    <a:close/>
                    <a:moveTo>
                      <a:pt x="433388" y="33338"/>
                    </a:moveTo>
                    <a:lnTo>
                      <a:pt x="433388" y="283369"/>
                    </a:lnTo>
                    <a:cubicBezTo>
                      <a:pt x="433388" y="292575"/>
                      <a:pt x="425925" y="300038"/>
                      <a:pt x="416719" y="300038"/>
                    </a:cubicBezTo>
                    <a:cubicBezTo>
                      <a:pt x="407513" y="300038"/>
                      <a:pt x="400050" y="292575"/>
                      <a:pt x="400050" y="283369"/>
                    </a:cubicBezTo>
                    <a:lnTo>
                      <a:pt x="400050" y="33338"/>
                    </a:lnTo>
                    <a:lnTo>
                      <a:pt x="83344" y="33338"/>
                    </a:lnTo>
                    <a:cubicBezTo>
                      <a:pt x="74138" y="33338"/>
                      <a:pt x="66675" y="25875"/>
                      <a:pt x="66675" y="16669"/>
                    </a:cubicBezTo>
                    <a:cubicBezTo>
                      <a:pt x="66675" y="7463"/>
                      <a:pt x="74138" y="0"/>
                      <a:pt x="83344" y="0"/>
                    </a:cubicBezTo>
                    <a:lnTo>
                      <a:pt x="400050" y="0"/>
                    </a:lnTo>
                    <a:cubicBezTo>
                      <a:pt x="418462" y="0"/>
                      <a:pt x="433388" y="14926"/>
                      <a:pt x="433388" y="33338"/>
                    </a:cubicBezTo>
                    <a:close/>
                  </a:path>
                </a:pathLst>
              </a:custGeom>
              <a:solidFill>
                <a:schemeClr val="accent1"/>
              </a:solidFill>
              <a:ln>
                <a:noFill/>
              </a:ln>
            </p:spPr>
          </p:sp>
        </p:grpSp>
        <p:sp>
          <p:nvSpPr>
            <p:cNvPr id="10" name="TextBox 10"/>
            <p:cNvSpPr txBox="1"/>
            <p:nvPr/>
          </p:nvSpPr>
          <p:spPr>
            <a:xfrm>
              <a:off x="1520871" y="2317750"/>
              <a:ext cx="444408" cy="234696"/>
            </a:xfrm>
            <a:prstGeom prst="rect">
              <a:avLst/>
            </a:prstGeom>
            <a:noFill/>
            <a:ln>
              <a:noFill/>
            </a:ln>
          </p:spPr>
          <p:txBody>
            <a:bodyPr wrap="none" lIns="0" tIns="0" rIns="0" bIns="0" anchor="t" anchorCtr="0">
              <a:spAutoFit/>
            </a:bodyPr>
            <a:lstStyle/>
            <a:p>
              <a:pPr algn="ctr"/>
              <a:r>
                <a:rPr lang="en" sz="1200" b="1" dirty="0">
                  <a:solidFill>
                    <a:schemeClr val="accent1"/>
                  </a:solidFill>
                  <a:latin typeface="+mn-lt"/>
                  <a:ea typeface="+mn-ea"/>
                  <a:cs typeface="+mn-cs"/>
                </a:rPr>
                <a:t>5 MIN</a:t>
              </a:r>
            </a:p>
          </p:txBody>
        </p:sp>
        <p:sp>
          <p:nvSpPr>
            <p:cNvPr id="11" name="TextBox 11"/>
            <p:cNvSpPr txBox="1"/>
            <p:nvPr/>
          </p:nvSpPr>
          <p:spPr>
            <a:xfrm>
              <a:off x="1161854" y="2565400"/>
              <a:ext cx="1162442" cy="410718"/>
            </a:xfrm>
            <a:prstGeom prst="rect">
              <a:avLst/>
            </a:prstGeom>
            <a:noFill/>
            <a:ln>
              <a:noFill/>
            </a:ln>
          </p:spPr>
          <p:txBody>
            <a:bodyPr wrap="none" lIns="0" tIns="0" rIns="0" bIns="0" anchor="t" anchorCtr="0">
              <a:spAutoFit/>
            </a:bodyPr>
            <a:lstStyle/>
            <a:p>
              <a:pPr algn="ctr"/>
              <a:r>
                <a:rPr lang="en" sz="2100" b="1" dirty="0">
                  <a:solidFill>
                    <a:schemeClr val="dk1"/>
                  </a:solidFill>
                  <a:latin typeface="+mn-lt"/>
                  <a:ea typeface="+mn-ea"/>
                  <a:cs typeface="+mn-cs"/>
                </a:rPr>
                <a:t>Painpoint</a:t>
              </a:r>
            </a:p>
          </p:txBody>
        </p:sp>
        <p:sp>
          <p:nvSpPr>
            <p:cNvPr id="12" name="TextBox 12"/>
            <p:cNvSpPr txBox="1"/>
            <p:nvPr/>
          </p:nvSpPr>
          <p:spPr>
            <a:xfrm>
              <a:off x="1107614" y="3098800"/>
              <a:ext cx="1270922" cy="234696"/>
            </a:xfrm>
            <a:prstGeom prst="rect">
              <a:avLst/>
            </a:prstGeom>
            <a:noFill/>
            <a:ln>
              <a:noFill/>
            </a:ln>
          </p:spPr>
          <p:txBody>
            <a:bodyPr wrap="none" lIns="0" tIns="0" rIns="0" bIns="0" anchor="t" anchorCtr="0">
              <a:spAutoFit/>
            </a:bodyPr>
            <a:lstStyle/>
            <a:p>
              <a:pPr algn="ctr"/>
              <a:r>
                <a:rPr lang="en" sz="1200" dirty="0">
                  <a:solidFill>
                    <a:schemeClr val="accent5"/>
                  </a:solidFill>
                  <a:latin typeface="+mn-lt"/>
                  <a:ea typeface="+mn-ea"/>
                  <a:cs typeface="+mn-cs"/>
                </a:rPr>
                <a:t>The card that hurts</a:t>
              </a:r>
            </a:p>
          </p:txBody>
        </p:sp>
        <p:sp>
          <p:nvSpPr>
            <p:cNvPr id="13" name="TextBox 13"/>
            <p:cNvSpPr txBox="1"/>
            <p:nvPr/>
          </p:nvSpPr>
          <p:spPr>
            <a:xfrm>
              <a:off x="1112636" y="3327400"/>
              <a:ext cx="1260879" cy="234696"/>
            </a:xfrm>
            <a:prstGeom prst="rect">
              <a:avLst/>
            </a:prstGeom>
            <a:noFill/>
            <a:ln>
              <a:noFill/>
            </a:ln>
          </p:spPr>
          <p:txBody>
            <a:bodyPr wrap="none" lIns="0" tIns="0" rIns="0" bIns="0" anchor="t" anchorCtr="0">
              <a:spAutoFit/>
            </a:bodyPr>
            <a:lstStyle/>
            <a:p>
              <a:pPr algn="ctr"/>
              <a:r>
                <a:rPr lang="en" sz="1200" dirty="0">
                  <a:solidFill>
                    <a:schemeClr val="accent5"/>
                  </a:solidFill>
                  <a:latin typeface="+mn-lt"/>
                  <a:ea typeface="+mn-ea"/>
                  <a:cs typeface="+mn-cs"/>
                </a:rPr>
                <a:t>most, or your own.</a:t>
              </a:r>
            </a:p>
          </p:txBody>
        </p:sp>
        <p:sp>
          <p:nvSpPr>
            <p:cNvPr id="14" name="Rectangle 14"/>
            <p:cNvSpPr/>
            <p:nvPr/>
          </p:nvSpPr>
          <p:spPr>
            <a:xfrm>
              <a:off x="3371850" y="1562100"/>
              <a:ext cx="2571750" cy="2762250"/>
            </a:xfrm>
            <a:prstGeom prst="roundRect">
              <a:avLst>
                <a:gd name="adj" fmla="val 8148"/>
              </a:avLst>
            </a:prstGeom>
            <a:solidFill>
              <a:schemeClr val="accent1">
                <a:alpha val="18000"/>
              </a:schemeClr>
            </a:solidFill>
            <a:ln>
              <a:noFill/>
            </a:ln>
          </p:spPr>
        </p:sp>
        <p:sp>
          <p:nvSpPr>
            <p:cNvPr id="15" name="Rectangle 15"/>
            <p:cNvSpPr/>
            <p:nvPr/>
          </p:nvSpPr>
          <p:spPr>
            <a:xfrm>
              <a:off x="3276600" y="1428750"/>
              <a:ext cx="2571750" cy="2762250"/>
            </a:xfrm>
            <a:prstGeom prst="roundRect">
              <a:avLst>
                <a:gd name="adj" fmla="val 8148"/>
              </a:avLst>
            </a:prstGeom>
            <a:solidFill>
              <a:srgbClr val="FFFFFF"/>
            </a:solidFill>
            <a:ln>
              <a:noFill/>
            </a:ln>
            <a:effectLst>
              <a:outerShdw blurRad="114300" dist="76200" dir="5400000" algn="ctr" rotWithShape="0">
                <a:srgbClr val="8A0010">
                  <a:alpha val="12000"/>
                </a:srgbClr>
              </a:outerShdw>
            </a:effectLst>
          </p:spPr>
        </p:sp>
        <p:grpSp>
          <p:nvGrpSpPr>
            <p:cNvPr id="18" name="Group 18"/>
            <p:cNvGrpSpPr/>
            <p:nvPr/>
          </p:nvGrpSpPr>
          <p:grpSpPr>
            <a:xfrm>
              <a:off x="4352897" y="1688290"/>
              <a:ext cx="416742" cy="416763"/>
              <a:chOff x="4352897" y="1688290"/>
              <a:chExt cx="416742" cy="416763"/>
            </a:xfrm>
          </p:grpSpPr>
          <p:sp>
            <p:nvSpPr>
              <p:cNvPr id="16" name="Freeform 16"/>
              <p:cNvSpPr/>
              <p:nvPr/>
            </p:nvSpPr>
            <p:spPr>
              <a:xfrm>
                <a:off x="4569619" y="1703346"/>
                <a:ext cx="183390" cy="184985"/>
              </a:xfrm>
              <a:custGeom>
                <a:avLst/>
                <a:gdLst/>
                <a:ahLst/>
                <a:cxnLst/>
                <a:rect l="l" t="t" r="r" b="b"/>
                <a:pathLst>
                  <a:path w="183390" h="184985">
                    <a:moveTo>
                      <a:pt x="178481" y="123186"/>
                    </a:moveTo>
                    <a:lnTo>
                      <a:pt x="116681" y="184985"/>
                    </a:lnTo>
                    <a:lnTo>
                      <a:pt x="0" y="68304"/>
                    </a:lnTo>
                    <a:lnTo>
                      <a:pt x="61799" y="6504"/>
                    </a:lnTo>
                    <a:cubicBezTo>
                      <a:pt x="68308" y="0"/>
                      <a:pt x="78856" y="0"/>
                      <a:pt x="85365" y="6504"/>
                    </a:cubicBezTo>
                    <a:lnTo>
                      <a:pt x="178481" y="99558"/>
                    </a:lnTo>
                    <a:cubicBezTo>
                      <a:pt x="181623" y="102686"/>
                      <a:pt x="183390" y="106937"/>
                      <a:pt x="183390" y="111372"/>
                    </a:cubicBezTo>
                    <a:cubicBezTo>
                      <a:pt x="183390" y="115806"/>
                      <a:pt x="181623" y="120057"/>
                      <a:pt x="178481" y="123186"/>
                    </a:cubicBezTo>
                    <a:close/>
                  </a:path>
                </a:pathLst>
              </a:custGeom>
              <a:solidFill>
                <a:schemeClr val="accent1">
                  <a:alpha val="20000"/>
                </a:schemeClr>
              </a:solidFill>
              <a:ln>
                <a:noFill/>
              </a:ln>
            </p:spPr>
          </p:sp>
          <p:sp>
            <p:nvSpPr>
              <p:cNvPr id="17" name="Freeform 17"/>
              <p:cNvSpPr/>
              <p:nvPr/>
            </p:nvSpPr>
            <p:spPr>
              <a:xfrm>
                <a:off x="4352897" y="1688290"/>
                <a:ext cx="416742" cy="416763"/>
              </a:xfrm>
              <a:custGeom>
                <a:avLst/>
                <a:gdLst/>
                <a:ahLst/>
                <a:cxnLst/>
                <a:rect l="l" t="t" r="r" b="b"/>
                <a:pathLst>
                  <a:path w="416742" h="416763">
                    <a:moveTo>
                      <a:pt x="406975" y="102883"/>
                    </a:moveTo>
                    <a:lnTo>
                      <a:pt x="313880" y="9767"/>
                    </a:lnTo>
                    <a:cubicBezTo>
                      <a:pt x="307628" y="3513"/>
                      <a:pt x="299147" y="0"/>
                      <a:pt x="290304" y="0"/>
                    </a:cubicBezTo>
                    <a:cubicBezTo>
                      <a:pt x="281461" y="0"/>
                      <a:pt x="272980" y="3513"/>
                      <a:pt x="266728" y="9767"/>
                    </a:cubicBezTo>
                    <a:lnTo>
                      <a:pt x="9800" y="266716"/>
                    </a:lnTo>
                    <a:cubicBezTo>
                      <a:pt x="3520" y="272946"/>
                      <a:pt x="0" y="281435"/>
                      <a:pt x="28" y="290281"/>
                    </a:cubicBezTo>
                    <a:lnTo>
                      <a:pt x="28" y="383397"/>
                    </a:lnTo>
                    <a:cubicBezTo>
                      <a:pt x="28" y="401809"/>
                      <a:pt x="14954" y="416735"/>
                      <a:pt x="33366" y="416735"/>
                    </a:cubicBezTo>
                    <a:lnTo>
                      <a:pt x="126482" y="416735"/>
                    </a:lnTo>
                    <a:cubicBezTo>
                      <a:pt x="135328" y="416763"/>
                      <a:pt x="143817" y="413243"/>
                      <a:pt x="150047" y="406962"/>
                    </a:cubicBezTo>
                    <a:lnTo>
                      <a:pt x="406975" y="150035"/>
                    </a:lnTo>
                    <a:cubicBezTo>
                      <a:pt x="413229" y="143782"/>
                      <a:pt x="416742" y="135302"/>
                      <a:pt x="416742" y="126459"/>
                    </a:cubicBezTo>
                    <a:cubicBezTo>
                      <a:pt x="416742" y="117616"/>
                      <a:pt x="413229" y="109135"/>
                      <a:pt x="406975" y="102883"/>
                    </a:cubicBezTo>
                    <a:close/>
                    <a:moveTo>
                      <a:pt x="126482" y="383397"/>
                    </a:moveTo>
                    <a:lnTo>
                      <a:pt x="33366" y="383397"/>
                    </a:lnTo>
                    <a:lnTo>
                      <a:pt x="33366" y="290281"/>
                    </a:lnTo>
                    <a:lnTo>
                      <a:pt x="216722" y="106925"/>
                    </a:lnTo>
                    <a:lnTo>
                      <a:pt x="309838" y="200041"/>
                    </a:lnTo>
                    <a:close/>
                    <a:moveTo>
                      <a:pt x="333403" y="176455"/>
                    </a:moveTo>
                    <a:lnTo>
                      <a:pt x="240287" y="83360"/>
                    </a:lnTo>
                    <a:lnTo>
                      <a:pt x="290294" y="33353"/>
                    </a:lnTo>
                    <a:lnTo>
                      <a:pt x="383410" y="126448"/>
                    </a:lnTo>
                    <a:close/>
                  </a:path>
                </a:pathLst>
              </a:custGeom>
              <a:solidFill>
                <a:schemeClr val="accent1"/>
              </a:solidFill>
              <a:ln>
                <a:noFill/>
              </a:ln>
            </p:spPr>
          </p:sp>
        </p:grpSp>
        <p:sp>
          <p:nvSpPr>
            <p:cNvPr id="19" name="TextBox 19"/>
            <p:cNvSpPr txBox="1"/>
            <p:nvPr/>
          </p:nvSpPr>
          <p:spPr>
            <a:xfrm>
              <a:off x="4285548" y="2317750"/>
              <a:ext cx="553853" cy="234696"/>
            </a:xfrm>
            <a:prstGeom prst="rect">
              <a:avLst/>
            </a:prstGeom>
            <a:noFill/>
            <a:ln>
              <a:noFill/>
            </a:ln>
          </p:spPr>
          <p:txBody>
            <a:bodyPr wrap="none" lIns="0" tIns="0" rIns="0" bIns="0" anchor="t" anchorCtr="0">
              <a:spAutoFit/>
            </a:bodyPr>
            <a:lstStyle/>
            <a:p>
              <a:pPr algn="ctr"/>
              <a:r>
                <a:rPr lang="en" sz="1200" b="1" dirty="0">
                  <a:solidFill>
                    <a:schemeClr val="accent1"/>
                  </a:solidFill>
                  <a:latin typeface="+mn-lt"/>
                  <a:ea typeface="+mn-ea"/>
                  <a:cs typeface="+mn-cs"/>
                </a:rPr>
                <a:t>SAME 5</a:t>
              </a:r>
            </a:p>
          </p:txBody>
        </p:sp>
        <p:sp>
          <p:nvSpPr>
            <p:cNvPr id="20" name="TextBox 20"/>
            <p:cNvSpPr txBox="1"/>
            <p:nvPr/>
          </p:nvSpPr>
          <p:spPr>
            <a:xfrm>
              <a:off x="3985137" y="2565400"/>
              <a:ext cx="1154676" cy="410718"/>
            </a:xfrm>
            <a:prstGeom prst="rect">
              <a:avLst/>
            </a:prstGeom>
            <a:noFill/>
            <a:ln>
              <a:noFill/>
            </a:ln>
          </p:spPr>
          <p:txBody>
            <a:bodyPr wrap="none" lIns="0" tIns="0" rIns="0" bIns="0" anchor="t" anchorCtr="0">
              <a:spAutoFit/>
            </a:bodyPr>
            <a:lstStyle/>
            <a:p>
              <a:pPr algn="ctr"/>
              <a:r>
                <a:rPr lang="en" sz="2100" b="1" dirty="0">
                  <a:solidFill>
                    <a:schemeClr val="dk1"/>
                  </a:solidFill>
                  <a:latin typeface="+mn-lt"/>
                  <a:ea typeface="+mn-ea"/>
                  <a:cs typeface="+mn-cs"/>
                </a:rPr>
                <a:t>Idea brief</a:t>
              </a:r>
            </a:p>
          </p:txBody>
        </p:sp>
        <p:sp>
          <p:nvSpPr>
            <p:cNvPr id="21" name="TextBox 21"/>
            <p:cNvSpPr txBox="1"/>
            <p:nvPr/>
          </p:nvSpPr>
          <p:spPr>
            <a:xfrm>
              <a:off x="3871120" y="3098800"/>
              <a:ext cx="1382709" cy="234696"/>
            </a:xfrm>
            <a:prstGeom prst="rect">
              <a:avLst/>
            </a:prstGeom>
            <a:noFill/>
            <a:ln>
              <a:noFill/>
            </a:ln>
          </p:spPr>
          <p:txBody>
            <a:bodyPr wrap="none" lIns="0" tIns="0" rIns="0" bIns="0" anchor="t" anchorCtr="0">
              <a:spAutoFit/>
            </a:bodyPr>
            <a:lstStyle/>
            <a:p>
              <a:pPr algn="ctr"/>
              <a:r>
                <a:rPr lang="en" sz="1200" dirty="0">
                  <a:solidFill>
                    <a:schemeClr val="accent5"/>
                  </a:solidFill>
                  <a:latin typeface="+mn-lt"/>
                  <a:ea typeface="+mn-ea"/>
                  <a:cs typeface="+mn-cs"/>
                </a:rPr>
                <a:t>Name, job, what you</a:t>
              </a:r>
            </a:p>
          </p:txBody>
        </p:sp>
        <p:sp>
          <p:nvSpPr>
            <p:cNvPr id="22" name="TextBox 22"/>
            <p:cNvSpPr txBox="1"/>
            <p:nvPr/>
          </p:nvSpPr>
          <p:spPr>
            <a:xfrm>
              <a:off x="4024156" y="3327400"/>
              <a:ext cx="1076638" cy="234696"/>
            </a:xfrm>
            <a:prstGeom prst="rect">
              <a:avLst/>
            </a:prstGeom>
            <a:noFill/>
            <a:ln>
              <a:noFill/>
            </a:ln>
          </p:spPr>
          <p:txBody>
            <a:bodyPr wrap="none" lIns="0" tIns="0" rIns="0" bIns="0" anchor="t" anchorCtr="0">
              <a:spAutoFit/>
            </a:bodyPr>
            <a:lstStyle/>
            <a:p>
              <a:pPr algn="ctr"/>
              <a:r>
                <a:rPr lang="en" sz="1200" dirty="0">
                  <a:solidFill>
                    <a:schemeClr val="accent5"/>
                  </a:solidFill>
                  <a:latin typeface="+mn-lt"/>
                  <a:ea typeface="+mn-ea"/>
                  <a:cs typeface="+mn-cs"/>
                </a:rPr>
                <a:t>receive, benefit.</a:t>
              </a:r>
            </a:p>
          </p:txBody>
        </p:sp>
        <p:sp>
          <p:nvSpPr>
            <p:cNvPr id="23" name="Rectangle 23"/>
            <p:cNvSpPr/>
            <p:nvPr/>
          </p:nvSpPr>
          <p:spPr>
            <a:xfrm>
              <a:off x="6191250" y="1562100"/>
              <a:ext cx="2571750" cy="2762250"/>
            </a:xfrm>
            <a:prstGeom prst="roundRect">
              <a:avLst>
                <a:gd name="adj" fmla="val 8148"/>
              </a:avLst>
            </a:prstGeom>
            <a:solidFill>
              <a:schemeClr val="accent1">
                <a:alpha val="18000"/>
              </a:schemeClr>
            </a:solidFill>
            <a:ln>
              <a:noFill/>
            </a:ln>
          </p:spPr>
        </p:sp>
        <p:sp>
          <p:nvSpPr>
            <p:cNvPr id="24" name="Rectangle 24"/>
            <p:cNvSpPr/>
            <p:nvPr/>
          </p:nvSpPr>
          <p:spPr>
            <a:xfrm>
              <a:off x="6096000" y="1428750"/>
              <a:ext cx="2571750" cy="2762250"/>
            </a:xfrm>
            <a:prstGeom prst="roundRect">
              <a:avLst>
                <a:gd name="adj" fmla="val 8148"/>
              </a:avLst>
            </a:prstGeom>
            <a:solidFill>
              <a:srgbClr val="FFFFFF"/>
            </a:solidFill>
            <a:ln>
              <a:noFill/>
            </a:ln>
            <a:effectLst>
              <a:outerShdw blurRad="114300" dist="76200" dir="5400000" algn="ctr" rotWithShape="0">
                <a:srgbClr val="8A0010">
                  <a:alpha val="12000"/>
                </a:srgbClr>
              </a:outerShdw>
            </a:effectLst>
          </p:spPr>
        </p:sp>
        <p:grpSp>
          <p:nvGrpSpPr>
            <p:cNvPr id="27" name="Group 27"/>
            <p:cNvGrpSpPr/>
            <p:nvPr/>
          </p:nvGrpSpPr>
          <p:grpSpPr>
            <a:xfrm>
              <a:off x="7155656" y="1721644"/>
              <a:ext cx="433388" cy="400050"/>
              <a:chOff x="7155656" y="1721644"/>
              <a:chExt cx="433388" cy="400050"/>
            </a:xfrm>
          </p:grpSpPr>
          <p:sp>
            <p:nvSpPr>
              <p:cNvPr id="25" name="Freeform 25"/>
              <p:cNvSpPr/>
              <p:nvPr/>
            </p:nvSpPr>
            <p:spPr>
              <a:xfrm>
                <a:off x="7172325" y="1738312"/>
                <a:ext cx="400050" cy="300038"/>
              </a:xfrm>
              <a:custGeom>
                <a:avLst/>
                <a:gdLst/>
                <a:ahLst/>
                <a:cxnLst/>
                <a:rect l="l" t="t" r="r" b="b"/>
                <a:pathLst>
                  <a:path w="400050" h="300038">
                    <a:moveTo>
                      <a:pt x="400050" y="33338"/>
                    </a:moveTo>
                    <a:lnTo>
                      <a:pt x="400050" y="266700"/>
                    </a:lnTo>
                    <a:cubicBezTo>
                      <a:pt x="400050" y="285112"/>
                      <a:pt x="385124" y="300038"/>
                      <a:pt x="366712" y="300038"/>
                    </a:cubicBezTo>
                    <a:lnTo>
                      <a:pt x="33338" y="300038"/>
                    </a:lnTo>
                    <a:cubicBezTo>
                      <a:pt x="14926" y="300038"/>
                      <a:pt x="0" y="285112"/>
                      <a:pt x="0" y="266700"/>
                    </a:cubicBezTo>
                    <a:lnTo>
                      <a:pt x="0" y="33338"/>
                    </a:lnTo>
                    <a:cubicBezTo>
                      <a:pt x="0" y="14926"/>
                      <a:pt x="14926" y="0"/>
                      <a:pt x="33338" y="0"/>
                    </a:cubicBezTo>
                    <a:lnTo>
                      <a:pt x="366712" y="0"/>
                    </a:lnTo>
                    <a:cubicBezTo>
                      <a:pt x="385124" y="0"/>
                      <a:pt x="400050" y="14926"/>
                      <a:pt x="400050" y="33338"/>
                    </a:cubicBezTo>
                    <a:close/>
                  </a:path>
                </a:pathLst>
              </a:custGeom>
              <a:solidFill>
                <a:schemeClr val="accent1">
                  <a:alpha val="20000"/>
                </a:schemeClr>
              </a:solidFill>
              <a:ln>
                <a:noFill/>
              </a:ln>
            </p:spPr>
          </p:sp>
          <p:sp>
            <p:nvSpPr>
              <p:cNvPr id="26" name="Freeform 26"/>
              <p:cNvSpPr/>
              <p:nvPr/>
            </p:nvSpPr>
            <p:spPr>
              <a:xfrm>
                <a:off x="7155656" y="1721644"/>
                <a:ext cx="433388" cy="400050"/>
              </a:xfrm>
              <a:custGeom>
                <a:avLst/>
                <a:gdLst/>
                <a:ahLst/>
                <a:cxnLst/>
                <a:rect l="l" t="t" r="r" b="b"/>
                <a:pathLst>
                  <a:path w="433388" h="400050">
                    <a:moveTo>
                      <a:pt x="383381" y="0"/>
                    </a:moveTo>
                    <a:lnTo>
                      <a:pt x="50006" y="0"/>
                    </a:lnTo>
                    <a:cubicBezTo>
                      <a:pt x="22389" y="0"/>
                      <a:pt x="0" y="22389"/>
                      <a:pt x="0" y="50006"/>
                    </a:cubicBezTo>
                    <a:lnTo>
                      <a:pt x="0" y="283369"/>
                    </a:lnTo>
                    <a:cubicBezTo>
                      <a:pt x="0" y="310986"/>
                      <a:pt x="22389" y="333375"/>
                      <a:pt x="50006" y="333375"/>
                    </a:cubicBezTo>
                    <a:lnTo>
                      <a:pt x="383381" y="333375"/>
                    </a:lnTo>
                    <a:cubicBezTo>
                      <a:pt x="410999" y="333375"/>
                      <a:pt x="433388" y="310986"/>
                      <a:pt x="433388" y="283369"/>
                    </a:cubicBezTo>
                    <a:lnTo>
                      <a:pt x="433388" y="50006"/>
                    </a:lnTo>
                    <a:cubicBezTo>
                      <a:pt x="433388" y="22389"/>
                      <a:pt x="410999" y="0"/>
                      <a:pt x="383381" y="0"/>
                    </a:cubicBezTo>
                    <a:close/>
                    <a:moveTo>
                      <a:pt x="400050" y="283369"/>
                    </a:moveTo>
                    <a:cubicBezTo>
                      <a:pt x="400050" y="292575"/>
                      <a:pt x="392587" y="300038"/>
                      <a:pt x="383381" y="300038"/>
                    </a:cubicBezTo>
                    <a:lnTo>
                      <a:pt x="50006" y="300038"/>
                    </a:lnTo>
                    <a:cubicBezTo>
                      <a:pt x="40800" y="300038"/>
                      <a:pt x="33338" y="292575"/>
                      <a:pt x="33338" y="283369"/>
                    </a:cubicBezTo>
                    <a:lnTo>
                      <a:pt x="33338" y="50006"/>
                    </a:lnTo>
                    <a:cubicBezTo>
                      <a:pt x="33338" y="40800"/>
                      <a:pt x="40800" y="33338"/>
                      <a:pt x="50006" y="33338"/>
                    </a:cubicBezTo>
                    <a:lnTo>
                      <a:pt x="383381" y="33338"/>
                    </a:lnTo>
                    <a:cubicBezTo>
                      <a:pt x="392587" y="33338"/>
                      <a:pt x="400050" y="40800"/>
                      <a:pt x="400050" y="50006"/>
                    </a:cubicBezTo>
                    <a:close/>
                    <a:moveTo>
                      <a:pt x="300038" y="383381"/>
                    </a:moveTo>
                    <a:cubicBezTo>
                      <a:pt x="300038" y="392587"/>
                      <a:pt x="292575" y="400050"/>
                      <a:pt x="283369" y="400050"/>
                    </a:cubicBezTo>
                    <a:lnTo>
                      <a:pt x="150019" y="400050"/>
                    </a:lnTo>
                    <a:cubicBezTo>
                      <a:pt x="140813" y="400050"/>
                      <a:pt x="133350" y="392587"/>
                      <a:pt x="133350" y="383381"/>
                    </a:cubicBezTo>
                    <a:cubicBezTo>
                      <a:pt x="133350" y="374175"/>
                      <a:pt x="140813" y="366712"/>
                      <a:pt x="150019" y="366712"/>
                    </a:cubicBezTo>
                    <a:lnTo>
                      <a:pt x="283369" y="366712"/>
                    </a:lnTo>
                    <a:cubicBezTo>
                      <a:pt x="292575" y="366712"/>
                      <a:pt x="300038" y="374175"/>
                      <a:pt x="300038" y="383381"/>
                    </a:cubicBezTo>
                    <a:close/>
                  </a:path>
                </a:pathLst>
              </a:custGeom>
              <a:solidFill>
                <a:schemeClr val="accent1"/>
              </a:solidFill>
              <a:ln>
                <a:noFill/>
              </a:ln>
            </p:spPr>
          </p:sp>
        </p:grpSp>
        <p:sp>
          <p:nvSpPr>
            <p:cNvPr id="28" name="TextBox 28"/>
            <p:cNvSpPr txBox="1"/>
            <p:nvPr/>
          </p:nvSpPr>
          <p:spPr>
            <a:xfrm>
              <a:off x="7116419" y="2317750"/>
              <a:ext cx="530913" cy="234696"/>
            </a:xfrm>
            <a:prstGeom prst="rect">
              <a:avLst/>
            </a:prstGeom>
            <a:noFill/>
            <a:ln>
              <a:noFill/>
            </a:ln>
          </p:spPr>
          <p:txBody>
            <a:bodyPr wrap="none" lIns="0" tIns="0" rIns="0" bIns="0" anchor="t" anchorCtr="0">
              <a:spAutoFit/>
            </a:bodyPr>
            <a:lstStyle/>
            <a:p>
              <a:pPr algn="ctr"/>
              <a:r>
                <a:rPr lang="en" sz="1200" b="1" dirty="0">
                  <a:solidFill>
                    <a:schemeClr val="accent1"/>
                  </a:solidFill>
                  <a:latin typeface="+mn-lt"/>
                  <a:ea typeface="+mn-ea"/>
                  <a:cs typeface="+mn-cs"/>
                </a:rPr>
                <a:t>10 MIN</a:t>
              </a:r>
            </a:p>
          </p:txBody>
        </p:sp>
        <p:sp>
          <p:nvSpPr>
            <p:cNvPr id="29" name="TextBox 29"/>
            <p:cNvSpPr txBox="1"/>
            <p:nvPr/>
          </p:nvSpPr>
          <p:spPr>
            <a:xfrm>
              <a:off x="6827274" y="2565400"/>
              <a:ext cx="1109202" cy="410718"/>
            </a:xfrm>
            <a:prstGeom prst="rect">
              <a:avLst/>
            </a:prstGeom>
            <a:noFill/>
            <a:ln>
              <a:noFill/>
            </a:ln>
          </p:spPr>
          <p:txBody>
            <a:bodyPr wrap="none" lIns="0" tIns="0" rIns="0" bIns="0" anchor="t" anchorCtr="0">
              <a:spAutoFit/>
            </a:bodyPr>
            <a:lstStyle/>
            <a:p>
              <a:pPr algn="ctr"/>
              <a:r>
                <a:rPr lang="en" sz="2100" b="1" dirty="0">
                  <a:solidFill>
                    <a:schemeClr val="dk1"/>
                  </a:solidFill>
                  <a:latin typeface="+mn-lt"/>
                  <a:ea typeface="+mn-ea"/>
                  <a:cs typeface="+mn-cs"/>
                </a:rPr>
                <a:t>3 screens</a:t>
              </a:r>
            </a:p>
          </p:txBody>
        </p:sp>
        <p:sp>
          <p:nvSpPr>
            <p:cNvPr id="30" name="TextBox 30"/>
            <p:cNvSpPr txBox="1"/>
            <p:nvPr/>
          </p:nvSpPr>
          <p:spPr>
            <a:xfrm>
              <a:off x="6879764" y="3098800"/>
              <a:ext cx="1004223" cy="234696"/>
            </a:xfrm>
            <a:prstGeom prst="rect">
              <a:avLst/>
            </a:prstGeom>
            <a:noFill/>
            <a:ln>
              <a:noFill/>
            </a:ln>
          </p:spPr>
          <p:txBody>
            <a:bodyPr wrap="none" lIns="0" tIns="0" rIns="0" bIns="0" anchor="t" anchorCtr="0">
              <a:spAutoFit/>
            </a:bodyPr>
            <a:lstStyle/>
            <a:p>
              <a:pPr algn="ctr"/>
              <a:r>
                <a:rPr lang="en" sz="1200" dirty="0">
                  <a:solidFill>
                    <a:schemeClr val="accent5"/>
                  </a:solidFill>
                  <a:latin typeface="+mn-lt"/>
                  <a:ea typeface="+mn-ea"/>
                  <a:cs typeface="+mn-cs"/>
                </a:rPr>
                <a:t>Write the step.</a:t>
              </a:r>
            </a:p>
          </p:txBody>
        </p:sp>
        <p:sp>
          <p:nvSpPr>
            <p:cNvPr id="31" name="TextBox 31"/>
            <p:cNvSpPr txBox="1"/>
            <p:nvPr/>
          </p:nvSpPr>
          <p:spPr>
            <a:xfrm>
              <a:off x="6682271" y="3327400"/>
              <a:ext cx="1399208" cy="234696"/>
            </a:xfrm>
            <a:prstGeom prst="rect">
              <a:avLst/>
            </a:prstGeom>
            <a:noFill/>
            <a:ln>
              <a:noFill/>
            </a:ln>
          </p:spPr>
          <p:txBody>
            <a:bodyPr wrap="none" lIns="0" tIns="0" rIns="0" bIns="0" anchor="t" anchorCtr="0">
              <a:spAutoFit/>
            </a:bodyPr>
            <a:lstStyle/>
            <a:p>
              <a:pPr algn="ctr"/>
              <a:r>
                <a:rPr lang="en" sz="1200" dirty="0">
                  <a:solidFill>
                    <a:schemeClr val="accent5"/>
                  </a:solidFill>
                  <a:latin typeface="+mn-lt"/>
                  <a:ea typeface="+mn-ea"/>
                  <a:cs typeface="+mn-cs"/>
                </a:rPr>
                <a:t>Generate the screen.</a:t>
              </a:r>
            </a:p>
          </p:txBody>
        </p:sp>
        <p:sp>
          <p:nvSpPr>
            <p:cNvPr id="32" name="Rectangle 32"/>
            <p:cNvSpPr/>
            <p:nvPr/>
          </p:nvSpPr>
          <p:spPr>
            <a:xfrm>
              <a:off x="9010650" y="1562100"/>
              <a:ext cx="2571750" cy="2762250"/>
            </a:xfrm>
            <a:prstGeom prst="roundRect">
              <a:avLst>
                <a:gd name="adj" fmla="val 8148"/>
              </a:avLst>
            </a:prstGeom>
            <a:solidFill>
              <a:schemeClr val="accent1">
                <a:alpha val="18000"/>
              </a:schemeClr>
            </a:solidFill>
            <a:ln>
              <a:noFill/>
            </a:ln>
          </p:spPr>
        </p:sp>
        <p:sp>
          <p:nvSpPr>
            <p:cNvPr id="33" name="Rectangle 33"/>
            <p:cNvSpPr/>
            <p:nvPr/>
          </p:nvSpPr>
          <p:spPr>
            <a:xfrm>
              <a:off x="8915400" y="1428750"/>
              <a:ext cx="2571750" cy="2762250"/>
            </a:xfrm>
            <a:prstGeom prst="roundRect">
              <a:avLst>
                <a:gd name="adj" fmla="val 8148"/>
              </a:avLst>
            </a:prstGeom>
            <a:solidFill>
              <a:srgbClr val="FFFFFF"/>
            </a:solidFill>
            <a:ln>
              <a:noFill/>
            </a:ln>
            <a:effectLst>
              <a:outerShdw blurRad="114300" dist="76200" dir="5400000" algn="ctr" rotWithShape="0">
                <a:srgbClr val="8A0010">
                  <a:alpha val="12000"/>
                </a:srgbClr>
              </a:outerShdw>
            </a:effectLst>
          </p:spPr>
        </p:sp>
        <p:grpSp>
          <p:nvGrpSpPr>
            <p:cNvPr id="36" name="Group 36"/>
            <p:cNvGrpSpPr/>
            <p:nvPr/>
          </p:nvGrpSpPr>
          <p:grpSpPr>
            <a:xfrm>
              <a:off x="9958388" y="1738312"/>
              <a:ext cx="466725" cy="350044"/>
              <a:chOff x="9958388" y="1738312"/>
              <a:chExt cx="466725" cy="350044"/>
            </a:xfrm>
          </p:grpSpPr>
          <p:sp>
            <p:nvSpPr>
              <p:cNvPr id="34" name="Freeform 34"/>
              <p:cNvSpPr/>
              <p:nvPr/>
            </p:nvSpPr>
            <p:spPr>
              <a:xfrm>
                <a:off x="10008394" y="1754981"/>
                <a:ext cx="366712" cy="250031"/>
              </a:xfrm>
              <a:custGeom>
                <a:avLst/>
                <a:gdLst/>
                <a:ahLst/>
                <a:cxnLst/>
                <a:rect l="l" t="t" r="r" b="b"/>
                <a:pathLst>
                  <a:path w="366712" h="250031">
                    <a:moveTo>
                      <a:pt x="366712" y="33338"/>
                    </a:moveTo>
                    <a:lnTo>
                      <a:pt x="366712" y="250031"/>
                    </a:lnTo>
                    <a:lnTo>
                      <a:pt x="0" y="250031"/>
                    </a:lnTo>
                    <a:lnTo>
                      <a:pt x="0" y="33338"/>
                    </a:lnTo>
                    <a:cubicBezTo>
                      <a:pt x="0" y="14926"/>
                      <a:pt x="14926" y="0"/>
                      <a:pt x="33338" y="0"/>
                    </a:cubicBezTo>
                    <a:lnTo>
                      <a:pt x="333375" y="0"/>
                    </a:lnTo>
                    <a:cubicBezTo>
                      <a:pt x="351787" y="0"/>
                      <a:pt x="366712" y="14926"/>
                      <a:pt x="366712" y="33338"/>
                    </a:cubicBezTo>
                    <a:close/>
                  </a:path>
                </a:pathLst>
              </a:custGeom>
              <a:solidFill>
                <a:schemeClr val="accent1">
                  <a:alpha val="20000"/>
                </a:schemeClr>
              </a:solidFill>
              <a:ln>
                <a:noFill/>
              </a:ln>
            </p:spPr>
          </p:sp>
          <p:sp>
            <p:nvSpPr>
              <p:cNvPr id="35" name="Freeform 35"/>
              <p:cNvSpPr/>
              <p:nvPr/>
            </p:nvSpPr>
            <p:spPr>
              <a:xfrm>
                <a:off x="9958388" y="1738312"/>
                <a:ext cx="466725" cy="350044"/>
              </a:xfrm>
              <a:custGeom>
                <a:avLst/>
                <a:gdLst/>
                <a:ahLst/>
                <a:cxnLst/>
                <a:rect l="l" t="t" r="r" b="b"/>
                <a:pathLst>
                  <a:path w="466725" h="350044">
                    <a:moveTo>
                      <a:pt x="450056" y="250031"/>
                    </a:moveTo>
                    <a:lnTo>
                      <a:pt x="433388" y="250031"/>
                    </a:lnTo>
                    <a:lnTo>
                      <a:pt x="433388" y="50006"/>
                    </a:lnTo>
                    <a:cubicBezTo>
                      <a:pt x="433388" y="22389"/>
                      <a:pt x="410999" y="0"/>
                      <a:pt x="383381" y="0"/>
                    </a:cubicBezTo>
                    <a:lnTo>
                      <a:pt x="83344" y="0"/>
                    </a:lnTo>
                    <a:cubicBezTo>
                      <a:pt x="55726" y="0"/>
                      <a:pt x="33338" y="22389"/>
                      <a:pt x="33338" y="50006"/>
                    </a:cubicBezTo>
                    <a:lnTo>
                      <a:pt x="33338" y="250031"/>
                    </a:lnTo>
                    <a:lnTo>
                      <a:pt x="16669" y="250031"/>
                    </a:lnTo>
                    <a:cubicBezTo>
                      <a:pt x="7463" y="250031"/>
                      <a:pt x="0" y="257494"/>
                      <a:pt x="0" y="266700"/>
                    </a:cubicBezTo>
                    <a:lnTo>
                      <a:pt x="0" y="300038"/>
                    </a:lnTo>
                    <a:cubicBezTo>
                      <a:pt x="0" y="327655"/>
                      <a:pt x="22389" y="350044"/>
                      <a:pt x="50006" y="350044"/>
                    </a:cubicBezTo>
                    <a:lnTo>
                      <a:pt x="416719" y="350044"/>
                    </a:lnTo>
                    <a:cubicBezTo>
                      <a:pt x="444336" y="350044"/>
                      <a:pt x="466725" y="327655"/>
                      <a:pt x="466725" y="300038"/>
                    </a:cubicBezTo>
                    <a:lnTo>
                      <a:pt x="466725" y="266700"/>
                    </a:lnTo>
                    <a:cubicBezTo>
                      <a:pt x="466725" y="257494"/>
                      <a:pt x="459262" y="250031"/>
                      <a:pt x="450056" y="250031"/>
                    </a:cubicBezTo>
                    <a:close/>
                    <a:moveTo>
                      <a:pt x="66675" y="50006"/>
                    </a:moveTo>
                    <a:cubicBezTo>
                      <a:pt x="66675" y="40800"/>
                      <a:pt x="74138" y="33338"/>
                      <a:pt x="83344" y="33338"/>
                    </a:cubicBezTo>
                    <a:lnTo>
                      <a:pt x="383381" y="33338"/>
                    </a:lnTo>
                    <a:cubicBezTo>
                      <a:pt x="392587" y="33338"/>
                      <a:pt x="400050" y="40800"/>
                      <a:pt x="400050" y="50006"/>
                    </a:cubicBezTo>
                    <a:lnTo>
                      <a:pt x="400050" y="250031"/>
                    </a:lnTo>
                    <a:lnTo>
                      <a:pt x="66675" y="250031"/>
                    </a:lnTo>
                    <a:close/>
                    <a:moveTo>
                      <a:pt x="433388" y="300038"/>
                    </a:moveTo>
                    <a:cubicBezTo>
                      <a:pt x="433388" y="309243"/>
                      <a:pt x="425925" y="316706"/>
                      <a:pt x="416719" y="316706"/>
                    </a:cubicBezTo>
                    <a:lnTo>
                      <a:pt x="50006" y="316706"/>
                    </a:lnTo>
                    <a:cubicBezTo>
                      <a:pt x="40800" y="316706"/>
                      <a:pt x="33338" y="309243"/>
                      <a:pt x="33338" y="300038"/>
                    </a:cubicBezTo>
                    <a:lnTo>
                      <a:pt x="33338" y="283369"/>
                    </a:lnTo>
                    <a:lnTo>
                      <a:pt x="433388" y="283369"/>
                    </a:lnTo>
                    <a:close/>
                    <a:moveTo>
                      <a:pt x="283369" y="83344"/>
                    </a:moveTo>
                    <a:cubicBezTo>
                      <a:pt x="283369" y="92550"/>
                      <a:pt x="275906" y="100012"/>
                      <a:pt x="266700" y="100012"/>
                    </a:cubicBezTo>
                    <a:lnTo>
                      <a:pt x="200025" y="100012"/>
                    </a:lnTo>
                    <a:cubicBezTo>
                      <a:pt x="190819" y="100012"/>
                      <a:pt x="183356" y="92550"/>
                      <a:pt x="183356" y="83344"/>
                    </a:cubicBezTo>
                    <a:cubicBezTo>
                      <a:pt x="183356" y="74138"/>
                      <a:pt x="190819" y="66675"/>
                      <a:pt x="200025" y="66675"/>
                    </a:cubicBezTo>
                    <a:lnTo>
                      <a:pt x="266700" y="66675"/>
                    </a:lnTo>
                    <a:cubicBezTo>
                      <a:pt x="275906" y="66675"/>
                      <a:pt x="283369" y="74138"/>
                      <a:pt x="283369" y="83344"/>
                    </a:cubicBezTo>
                    <a:close/>
                  </a:path>
                </a:pathLst>
              </a:custGeom>
              <a:solidFill>
                <a:schemeClr val="accent1"/>
              </a:solidFill>
              <a:ln>
                <a:noFill/>
              </a:ln>
            </p:spPr>
          </p:sp>
        </p:grpSp>
        <p:sp>
          <p:nvSpPr>
            <p:cNvPr id="37" name="TextBox 37"/>
            <p:cNvSpPr txBox="1"/>
            <p:nvPr/>
          </p:nvSpPr>
          <p:spPr>
            <a:xfrm>
              <a:off x="9935819" y="2317750"/>
              <a:ext cx="530913" cy="234696"/>
            </a:xfrm>
            <a:prstGeom prst="rect">
              <a:avLst/>
            </a:prstGeom>
            <a:noFill/>
            <a:ln>
              <a:noFill/>
            </a:ln>
          </p:spPr>
          <p:txBody>
            <a:bodyPr wrap="none" lIns="0" tIns="0" rIns="0" bIns="0" anchor="t" anchorCtr="0">
              <a:spAutoFit/>
            </a:bodyPr>
            <a:lstStyle/>
            <a:p>
              <a:pPr algn="ctr"/>
              <a:r>
                <a:rPr lang="en" sz="1200" b="1" dirty="0">
                  <a:solidFill>
                    <a:schemeClr val="accent1"/>
                  </a:solidFill>
                  <a:latin typeface="+mn-lt"/>
                  <a:ea typeface="+mn-ea"/>
                  <a:cs typeface="+mn-cs"/>
                </a:rPr>
                <a:t>15 MIN</a:t>
              </a:r>
            </a:p>
          </p:txBody>
        </p:sp>
        <p:sp>
          <p:nvSpPr>
            <p:cNvPr id="38" name="TextBox 38"/>
            <p:cNvSpPr txBox="1"/>
            <p:nvPr/>
          </p:nvSpPr>
          <p:spPr>
            <a:xfrm>
              <a:off x="9597480" y="2565400"/>
              <a:ext cx="1207589" cy="410718"/>
            </a:xfrm>
            <a:prstGeom prst="rect">
              <a:avLst/>
            </a:prstGeom>
            <a:noFill/>
            <a:ln>
              <a:noFill/>
            </a:ln>
          </p:spPr>
          <p:txBody>
            <a:bodyPr wrap="none" lIns="0" tIns="0" rIns="0" bIns="0" anchor="t" anchorCtr="0">
              <a:spAutoFit/>
            </a:bodyPr>
            <a:lstStyle/>
            <a:p>
              <a:pPr algn="ctr"/>
              <a:r>
                <a:rPr lang="en" sz="2100" b="1" dirty="0">
                  <a:solidFill>
                    <a:schemeClr val="dk1"/>
                  </a:solidFill>
                  <a:latin typeface="+mn-lt"/>
                  <a:ea typeface="+mn-ea"/>
                  <a:cs typeface="+mn-cs"/>
                </a:rPr>
                <a:t>Prototype</a:t>
              </a:r>
            </a:p>
          </p:txBody>
        </p:sp>
        <p:sp>
          <p:nvSpPr>
            <p:cNvPr id="39" name="TextBox 39"/>
            <p:cNvSpPr txBox="1"/>
            <p:nvPr/>
          </p:nvSpPr>
          <p:spPr>
            <a:xfrm>
              <a:off x="9881958" y="3098800"/>
              <a:ext cx="638633" cy="234696"/>
            </a:xfrm>
            <a:prstGeom prst="rect">
              <a:avLst/>
            </a:prstGeom>
            <a:noFill/>
            <a:ln>
              <a:noFill/>
            </a:ln>
          </p:spPr>
          <p:txBody>
            <a:bodyPr wrap="none" lIns="0" tIns="0" rIns="0" bIns="0" anchor="t" anchorCtr="0">
              <a:spAutoFit/>
            </a:bodyPr>
            <a:lstStyle/>
            <a:p>
              <a:pPr algn="ctr"/>
              <a:r>
                <a:rPr lang="en" sz="1200" dirty="0">
                  <a:solidFill>
                    <a:schemeClr val="accent5"/>
                  </a:solidFill>
                  <a:latin typeface="+mn-lt"/>
                  <a:ea typeface="+mn-ea"/>
                  <a:cs typeface="+mn-cs"/>
                </a:rPr>
                <a:t>Clickable.</a:t>
              </a:r>
            </a:p>
          </p:txBody>
        </p:sp>
        <p:sp>
          <p:nvSpPr>
            <p:cNvPr id="40" name="TextBox 40"/>
            <p:cNvSpPr txBox="1"/>
            <p:nvPr/>
          </p:nvSpPr>
          <p:spPr>
            <a:xfrm>
              <a:off x="9623468" y="3327400"/>
              <a:ext cx="1155614" cy="234696"/>
            </a:xfrm>
            <a:prstGeom prst="rect">
              <a:avLst/>
            </a:prstGeom>
            <a:noFill/>
            <a:ln>
              <a:noFill/>
            </a:ln>
          </p:spPr>
          <p:txBody>
            <a:bodyPr wrap="none" lIns="0" tIns="0" rIns="0" bIns="0" anchor="t" anchorCtr="0">
              <a:spAutoFit/>
            </a:bodyPr>
            <a:lstStyle/>
            <a:p>
              <a:pPr algn="ctr"/>
              <a:r>
                <a:rPr lang="en" sz="1200" dirty="0">
                  <a:solidFill>
                    <a:schemeClr val="accent5"/>
                  </a:solidFill>
                  <a:latin typeface="+mn-lt"/>
                  <a:ea typeface="+mn-ea"/>
                  <a:cs typeface="+mn-cs"/>
                </a:rPr>
                <a:t>One or two edits.</a:t>
              </a:r>
            </a:p>
          </p:txBody>
        </p:sp>
      </p:grpSp>
      <p:grpSp>
        <p:nvGrpSpPr>
          <p:cNvPr id="56" name="conditions"/>
          <p:cNvGrpSpPr/>
          <p:nvPr/>
        </p:nvGrpSpPr>
        <p:grpSpPr>
          <a:xfrm>
            <a:off x="457200" y="4857750"/>
            <a:ext cx="11106150" cy="1447800"/>
            <a:chOff x="457200" y="4857750"/>
            <a:chExt cx="11106150" cy="1447800"/>
          </a:xfrm>
        </p:grpSpPr>
        <p:sp>
          <p:nvSpPr>
            <p:cNvPr id="42" name="Rectangle 42"/>
            <p:cNvSpPr/>
            <p:nvPr/>
          </p:nvSpPr>
          <p:spPr>
            <a:xfrm>
              <a:off x="552450" y="4972050"/>
              <a:ext cx="5334000" cy="1333500"/>
            </a:xfrm>
            <a:prstGeom prst="roundRect">
              <a:avLst>
                <a:gd name="adj" fmla="val 15714"/>
              </a:avLst>
            </a:prstGeom>
            <a:solidFill>
              <a:schemeClr val="accent1">
                <a:alpha val="18000"/>
              </a:schemeClr>
            </a:solidFill>
            <a:ln>
              <a:noFill/>
            </a:ln>
          </p:spPr>
        </p:sp>
        <p:sp>
          <p:nvSpPr>
            <p:cNvPr id="43" name="Rectangle 43"/>
            <p:cNvSpPr/>
            <p:nvPr/>
          </p:nvSpPr>
          <p:spPr>
            <a:xfrm>
              <a:off x="457200" y="4857750"/>
              <a:ext cx="5334000" cy="1333500"/>
            </a:xfrm>
            <a:prstGeom prst="roundRect">
              <a:avLst>
                <a:gd name="adj" fmla="val 15714"/>
              </a:avLst>
            </a:prstGeom>
            <a:solidFill>
              <a:srgbClr val="FFFFFF"/>
            </a:solidFill>
            <a:ln>
              <a:noFill/>
            </a:ln>
            <a:effectLst>
              <a:outerShdw blurRad="114300" dist="76200" dir="5400000" algn="ctr" rotWithShape="0">
                <a:srgbClr val="8A0010">
                  <a:alpha val="12000"/>
                </a:srgbClr>
              </a:outerShdw>
            </a:effectLst>
          </p:spPr>
        </p:sp>
        <p:grpSp>
          <p:nvGrpSpPr>
            <p:cNvPr id="46" name="Group 46"/>
            <p:cNvGrpSpPr/>
            <p:nvPr/>
          </p:nvGrpSpPr>
          <p:grpSpPr>
            <a:xfrm>
              <a:off x="699239" y="5348332"/>
              <a:ext cx="466860" cy="343495"/>
              <a:chOff x="699239" y="5348332"/>
              <a:chExt cx="466860" cy="343495"/>
            </a:xfrm>
          </p:grpSpPr>
          <p:sp>
            <p:nvSpPr>
              <p:cNvPr id="44" name="Freeform 44"/>
              <p:cNvSpPr/>
              <p:nvPr/>
            </p:nvSpPr>
            <p:spPr>
              <a:xfrm>
                <a:off x="747712" y="5366147"/>
                <a:ext cx="371475" cy="247650"/>
              </a:xfrm>
              <a:custGeom>
                <a:avLst/>
                <a:gdLst/>
                <a:ahLst/>
                <a:cxnLst/>
                <a:rect l="l" t="t" r="r" b="b"/>
                <a:pathLst>
                  <a:path w="371475" h="247650">
                    <a:moveTo>
                      <a:pt x="263128" y="170259"/>
                    </a:moveTo>
                    <a:cubicBezTo>
                      <a:pt x="263128" y="213001"/>
                      <a:pt x="228479" y="247650"/>
                      <a:pt x="185738" y="247650"/>
                    </a:cubicBezTo>
                    <a:cubicBezTo>
                      <a:pt x="142996" y="247650"/>
                      <a:pt x="108347" y="213001"/>
                      <a:pt x="108347" y="170259"/>
                    </a:cubicBezTo>
                    <a:cubicBezTo>
                      <a:pt x="108347" y="127518"/>
                      <a:pt x="142996" y="92869"/>
                      <a:pt x="185738" y="92869"/>
                    </a:cubicBezTo>
                    <a:cubicBezTo>
                      <a:pt x="228479" y="92869"/>
                      <a:pt x="263128" y="127518"/>
                      <a:pt x="263128" y="170259"/>
                    </a:cubicBezTo>
                    <a:close/>
                    <a:moveTo>
                      <a:pt x="61912" y="0"/>
                    </a:moveTo>
                    <a:cubicBezTo>
                      <a:pt x="27719" y="0"/>
                      <a:pt x="0" y="27719"/>
                      <a:pt x="0" y="61912"/>
                    </a:cubicBezTo>
                    <a:cubicBezTo>
                      <a:pt x="0" y="96106"/>
                      <a:pt x="27719" y="123825"/>
                      <a:pt x="61912" y="123825"/>
                    </a:cubicBezTo>
                    <a:cubicBezTo>
                      <a:pt x="96106" y="123825"/>
                      <a:pt x="123825" y="96106"/>
                      <a:pt x="123825" y="61912"/>
                    </a:cubicBezTo>
                    <a:cubicBezTo>
                      <a:pt x="123825" y="27719"/>
                      <a:pt x="96106" y="0"/>
                      <a:pt x="61912" y="0"/>
                    </a:cubicBezTo>
                    <a:close/>
                    <a:moveTo>
                      <a:pt x="309562" y="0"/>
                    </a:moveTo>
                    <a:cubicBezTo>
                      <a:pt x="275369" y="0"/>
                      <a:pt x="247650" y="27719"/>
                      <a:pt x="247650" y="61912"/>
                    </a:cubicBezTo>
                    <a:cubicBezTo>
                      <a:pt x="247650" y="96106"/>
                      <a:pt x="275369" y="123825"/>
                      <a:pt x="309562" y="123825"/>
                    </a:cubicBezTo>
                    <a:cubicBezTo>
                      <a:pt x="343756" y="123825"/>
                      <a:pt x="371475" y="96106"/>
                      <a:pt x="371475" y="61912"/>
                    </a:cubicBezTo>
                    <a:cubicBezTo>
                      <a:pt x="371475" y="27719"/>
                      <a:pt x="343756" y="0"/>
                      <a:pt x="309562" y="0"/>
                    </a:cubicBezTo>
                    <a:close/>
                  </a:path>
                </a:pathLst>
              </a:custGeom>
              <a:solidFill>
                <a:schemeClr val="accent1">
                  <a:alpha val="20000"/>
                </a:schemeClr>
              </a:solidFill>
              <a:ln>
                <a:noFill/>
              </a:ln>
            </p:spPr>
          </p:sp>
          <p:sp>
            <p:nvSpPr>
              <p:cNvPr id="45" name="Freeform 45"/>
              <p:cNvSpPr/>
              <p:nvPr/>
            </p:nvSpPr>
            <p:spPr>
              <a:xfrm>
                <a:off x="699239" y="5348332"/>
                <a:ext cx="466860" cy="343495"/>
              </a:xfrm>
              <a:custGeom>
                <a:avLst/>
                <a:gdLst/>
                <a:ahLst/>
                <a:cxnLst/>
                <a:rect l="l" t="t" r="r" b="b"/>
                <a:pathLst>
                  <a:path w="466860" h="343495">
                    <a:moveTo>
                      <a:pt x="460191" y="200456"/>
                    </a:moveTo>
                    <a:cubicBezTo>
                      <a:pt x="453353" y="205585"/>
                      <a:pt x="443651" y="204199"/>
                      <a:pt x="438522" y="197361"/>
                    </a:cubicBezTo>
                    <a:cubicBezTo>
                      <a:pt x="419603" y="171930"/>
                      <a:pt x="389732" y="156995"/>
                      <a:pt x="358036" y="157118"/>
                    </a:cubicBezTo>
                    <a:cubicBezTo>
                      <a:pt x="349487" y="157118"/>
                      <a:pt x="342557" y="150188"/>
                      <a:pt x="342557" y="141639"/>
                    </a:cubicBezTo>
                    <a:cubicBezTo>
                      <a:pt x="342557" y="133091"/>
                      <a:pt x="349487" y="126161"/>
                      <a:pt x="358036" y="126161"/>
                    </a:cubicBezTo>
                    <a:cubicBezTo>
                      <a:pt x="382166" y="126159"/>
                      <a:pt x="402273" y="107675"/>
                      <a:pt x="404302" y="83631"/>
                    </a:cubicBezTo>
                    <a:cubicBezTo>
                      <a:pt x="406330" y="59586"/>
                      <a:pt x="389604" y="37995"/>
                      <a:pt x="365815" y="33950"/>
                    </a:cubicBezTo>
                    <a:cubicBezTo>
                      <a:pt x="342027" y="29905"/>
                      <a:pt x="319104" y="44754"/>
                      <a:pt x="313072" y="68118"/>
                    </a:cubicBezTo>
                    <a:cubicBezTo>
                      <a:pt x="310935" y="76400"/>
                      <a:pt x="302489" y="81380"/>
                      <a:pt x="294208" y="79243"/>
                    </a:cubicBezTo>
                    <a:cubicBezTo>
                      <a:pt x="285926" y="77106"/>
                      <a:pt x="280946" y="68660"/>
                      <a:pt x="283083" y="60379"/>
                    </a:cubicBezTo>
                    <a:cubicBezTo>
                      <a:pt x="291349" y="28394"/>
                      <a:pt x="319007" y="5183"/>
                      <a:pt x="351941" y="2592"/>
                    </a:cubicBezTo>
                    <a:cubicBezTo>
                      <a:pt x="384875" y="0"/>
                      <a:pt x="415823" y="18600"/>
                      <a:pt x="428990" y="48898"/>
                    </a:cubicBezTo>
                    <a:cubicBezTo>
                      <a:pt x="442157" y="79197"/>
                      <a:pt x="434639" y="114512"/>
                      <a:pt x="410274" y="136822"/>
                    </a:cubicBezTo>
                    <a:cubicBezTo>
                      <a:pt x="431321" y="145935"/>
                      <a:pt x="449617" y="160395"/>
                      <a:pt x="463345" y="178768"/>
                    </a:cubicBezTo>
                    <a:cubicBezTo>
                      <a:pt x="465808" y="182060"/>
                      <a:pt x="466860" y="186197"/>
                      <a:pt x="466268" y="190266"/>
                    </a:cubicBezTo>
                    <a:cubicBezTo>
                      <a:pt x="465676" y="194335"/>
                      <a:pt x="463490" y="198002"/>
                      <a:pt x="460191" y="200456"/>
                    </a:cubicBezTo>
                    <a:close/>
                    <a:moveTo>
                      <a:pt x="355946" y="319638"/>
                    </a:moveTo>
                    <a:cubicBezTo>
                      <a:pt x="358888" y="324435"/>
                      <a:pt x="358995" y="330450"/>
                      <a:pt x="356225" y="335348"/>
                    </a:cubicBezTo>
                    <a:cubicBezTo>
                      <a:pt x="353455" y="340246"/>
                      <a:pt x="348246" y="343256"/>
                      <a:pt x="342619" y="343207"/>
                    </a:cubicBezTo>
                    <a:cubicBezTo>
                      <a:pt x="336992" y="343159"/>
                      <a:pt x="331835" y="340061"/>
                      <a:pt x="329150" y="335116"/>
                    </a:cubicBezTo>
                    <a:cubicBezTo>
                      <a:pt x="309309" y="301534"/>
                      <a:pt x="273206" y="280931"/>
                      <a:pt x="234201" y="280931"/>
                    </a:cubicBezTo>
                    <a:cubicBezTo>
                      <a:pt x="195196" y="280931"/>
                      <a:pt x="159093" y="301534"/>
                      <a:pt x="139252" y="335116"/>
                    </a:cubicBezTo>
                    <a:cubicBezTo>
                      <a:pt x="136617" y="340154"/>
                      <a:pt x="131432" y="343341"/>
                      <a:pt x="125747" y="343418"/>
                    </a:cubicBezTo>
                    <a:cubicBezTo>
                      <a:pt x="120062" y="343495"/>
                      <a:pt x="114792" y="340449"/>
                      <a:pt x="112022" y="335485"/>
                    </a:cubicBezTo>
                    <a:cubicBezTo>
                      <a:pt x="109251" y="330520"/>
                      <a:pt x="109425" y="324436"/>
                      <a:pt x="112475" y="319638"/>
                    </a:cubicBezTo>
                    <a:cubicBezTo>
                      <a:pt x="127481" y="293855"/>
                      <a:pt x="150362" y="273565"/>
                      <a:pt x="177754" y="261750"/>
                    </a:cubicBezTo>
                    <a:cubicBezTo>
                      <a:pt x="146150" y="237552"/>
                      <a:pt x="133480" y="195905"/>
                      <a:pt x="146255" y="158207"/>
                    </a:cubicBezTo>
                    <a:cubicBezTo>
                      <a:pt x="159029" y="120509"/>
                      <a:pt x="194407" y="95143"/>
                      <a:pt x="234211" y="95143"/>
                    </a:cubicBezTo>
                    <a:cubicBezTo>
                      <a:pt x="274014" y="95143"/>
                      <a:pt x="309392" y="120509"/>
                      <a:pt x="322167" y="158207"/>
                    </a:cubicBezTo>
                    <a:cubicBezTo>
                      <a:pt x="334941" y="195905"/>
                      <a:pt x="322271" y="237552"/>
                      <a:pt x="290667" y="261750"/>
                    </a:cubicBezTo>
                    <a:cubicBezTo>
                      <a:pt x="318060" y="273565"/>
                      <a:pt x="340940" y="293855"/>
                      <a:pt x="355946" y="319638"/>
                    </a:cubicBezTo>
                    <a:close/>
                    <a:moveTo>
                      <a:pt x="234211" y="249986"/>
                    </a:moveTo>
                    <a:cubicBezTo>
                      <a:pt x="268404" y="249986"/>
                      <a:pt x="296123" y="222267"/>
                      <a:pt x="296123" y="188074"/>
                    </a:cubicBezTo>
                    <a:cubicBezTo>
                      <a:pt x="296123" y="153880"/>
                      <a:pt x="268404" y="126161"/>
                      <a:pt x="234211" y="126161"/>
                    </a:cubicBezTo>
                    <a:cubicBezTo>
                      <a:pt x="200017" y="126161"/>
                      <a:pt x="172298" y="153880"/>
                      <a:pt x="172298" y="188074"/>
                    </a:cubicBezTo>
                    <a:cubicBezTo>
                      <a:pt x="172298" y="222267"/>
                      <a:pt x="200017" y="249986"/>
                      <a:pt x="234211" y="249986"/>
                    </a:cubicBezTo>
                    <a:close/>
                    <a:moveTo>
                      <a:pt x="125864" y="141639"/>
                    </a:moveTo>
                    <a:cubicBezTo>
                      <a:pt x="125864" y="133091"/>
                      <a:pt x="118934" y="126161"/>
                      <a:pt x="110386" y="126161"/>
                    </a:cubicBezTo>
                    <a:cubicBezTo>
                      <a:pt x="86255" y="126159"/>
                      <a:pt x="66148" y="107675"/>
                      <a:pt x="64120" y="83631"/>
                    </a:cubicBezTo>
                    <a:cubicBezTo>
                      <a:pt x="62091" y="59586"/>
                      <a:pt x="78817" y="37995"/>
                      <a:pt x="102606" y="33950"/>
                    </a:cubicBezTo>
                    <a:cubicBezTo>
                      <a:pt x="126395" y="29905"/>
                      <a:pt x="149317" y="44754"/>
                      <a:pt x="155350" y="68118"/>
                    </a:cubicBezTo>
                    <a:cubicBezTo>
                      <a:pt x="157487" y="76400"/>
                      <a:pt x="165932" y="81380"/>
                      <a:pt x="174214" y="79243"/>
                    </a:cubicBezTo>
                    <a:cubicBezTo>
                      <a:pt x="182495" y="77106"/>
                      <a:pt x="187475" y="68660"/>
                      <a:pt x="185338" y="60379"/>
                    </a:cubicBezTo>
                    <a:cubicBezTo>
                      <a:pt x="177072" y="28394"/>
                      <a:pt x="149415" y="5183"/>
                      <a:pt x="116481" y="2592"/>
                    </a:cubicBezTo>
                    <a:cubicBezTo>
                      <a:pt x="83547" y="0"/>
                      <a:pt x="52599" y="18600"/>
                      <a:pt x="39432" y="48898"/>
                    </a:cubicBezTo>
                    <a:cubicBezTo>
                      <a:pt x="26265" y="79197"/>
                      <a:pt x="33782" y="114512"/>
                      <a:pt x="58147" y="136822"/>
                    </a:cubicBezTo>
                    <a:cubicBezTo>
                      <a:pt x="37121" y="145943"/>
                      <a:pt x="18846" y="160403"/>
                      <a:pt x="5134" y="178768"/>
                    </a:cubicBezTo>
                    <a:cubicBezTo>
                      <a:pt x="0" y="185606"/>
                      <a:pt x="1382" y="195312"/>
                      <a:pt x="8220" y="200447"/>
                    </a:cubicBezTo>
                    <a:cubicBezTo>
                      <a:pt x="15059" y="205581"/>
                      <a:pt x="24765" y="204199"/>
                      <a:pt x="29899" y="197361"/>
                    </a:cubicBezTo>
                    <a:cubicBezTo>
                      <a:pt x="48819" y="171930"/>
                      <a:pt x="78690" y="156995"/>
                      <a:pt x="110386" y="157118"/>
                    </a:cubicBezTo>
                    <a:cubicBezTo>
                      <a:pt x="118934" y="157118"/>
                      <a:pt x="125864" y="150188"/>
                      <a:pt x="125864" y="141639"/>
                    </a:cubicBezTo>
                    <a:close/>
                  </a:path>
                </a:pathLst>
              </a:custGeom>
              <a:solidFill>
                <a:schemeClr val="accent1"/>
              </a:solidFill>
              <a:ln>
                <a:noFill/>
              </a:ln>
            </p:spPr>
          </p:sp>
        </p:grpSp>
        <p:sp>
          <p:nvSpPr>
            <p:cNvPr id="47" name="TextBox 47"/>
            <p:cNvSpPr txBox="1"/>
            <p:nvPr/>
          </p:nvSpPr>
          <p:spPr>
            <a:xfrm>
              <a:off x="1362456" y="5194300"/>
              <a:ext cx="1135222" cy="352044"/>
            </a:xfrm>
            <a:prstGeom prst="rect">
              <a:avLst/>
            </a:prstGeom>
            <a:noFill/>
            <a:ln>
              <a:noFill/>
            </a:ln>
          </p:spPr>
          <p:txBody>
            <a:bodyPr wrap="none" lIns="0" tIns="0" rIns="0" bIns="0" anchor="t" anchorCtr="0">
              <a:spAutoFit/>
            </a:bodyPr>
            <a:lstStyle/>
            <a:p>
              <a:pPr algn="l"/>
              <a:r>
                <a:rPr lang="en" sz="1800" b="1" dirty="0">
                  <a:solidFill>
                    <a:schemeClr val="dk1"/>
                  </a:solidFill>
                  <a:latin typeface="+mn-lt"/>
                  <a:ea typeface="+mn-ea"/>
                  <a:cs typeface="+mn-cs"/>
                </a:rPr>
                <a:t>One leader</a:t>
              </a:r>
            </a:p>
          </p:txBody>
        </p:sp>
        <p:sp>
          <p:nvSpPr>
            <p:cNvPr id="48" name="TextBox 48"/>
            <p:cNvSpPr txBox="1"/>
            <p:nvPr/>
          </p:nvSpPr>
          <p:spPr>
            <a:xfrm>
              <a:off x="1365504" y="5613400"/>
              <a:ext cx="2717675" cy="234696"/>
            </a:xfrm>
            <a:prstGeom prst="rect">
              <a:avLst/>
            </a:prstGeom>
            <a:noFill/>
            <a:ln>
              <a:noFill/>
            </a:ln>
          </p:spPr>
          <p:txBody>
            <a:bodyPr wrap="none" lIns="0" tIns="0" rIns="0" bIns="0" anchor="t" anchorCtr="0">
              <a:spAutoFit/>
            </a:bodyPr>
            <a:lstStyle/>
            <a:p>
              <a:pPr algn="l"/>
              <a:r>
                <a:rPr lang="en" sz="1200" dirty="0">
                  <a:solidFill>
                    <a:schemeClr val="accent5"/>
                  </a:solidFill>
                  <a:latin typeface="+mn-lt"/>
                  <a:ea typeface="+mn-ea"/>
                  <a:cs typeface="+mn-cs"/>
                </a:rPr>
                <a:t>They drive the laptop. The others decide.</a:t>
              </a:r>
            </a:p>
          </p:txBody>
        </p:sp>
        <p:sp>
          <p:nvSpPr>
            <p:cNvPr id="49" name="Rectangle 49"/>
            <p:cNvSpPr/>
            <p:nvPr/>
          </p:nvSpPr>
          <p:spPr>
            <a:xfrm>
              <a:off x="6229350" y="4972050"/>
              <a:ext cx="5334000" cy="1333500"/>
            </a:xfrm>
            <a:prstGeom prst="roundRect">
              <a:avLst>
                <a:gd name="adj" fmla="val 15714"/>
              </a:avLst>
            </a:prstGeom>
            <a:solidFill>
              <a:schemeClr val="accent1">
                <a:alpha val="18000"/>
              </a:schemeClr>
            </a:solidFill>
            <a:ln>
              <a:noFill/>
            </a:ln>
          </p:spPr>
        </p:sp>
        <p:sp>
          <p:nvSpPr>
            <p:cNvPr id="50" name="Rectangle 50"/>
            <p:cNvSpPr/>
            <p:nvPr/>
          </p:nvSpPr>
          <p:spPr>
            <a:xfrm>
              <a:off x="6134100" y="4857750"/>
              <a:ext cx="5334000" cy="1333500"/>
            </a:xfrm>
            <a:prstGeom prst="roundRect">
              <a:avLst>
                <a:gd name="adj" fmla="val 15714"/>
              </a:avLst>
            </a:prstGeom>
            <a:solidFill>
              <a:srgbClr val="FFFFFF"/>
            </a:solidFill>
            <a:ln>
              <a:noFill/>
            </a:ln>
            <a:effectLst>
              <a:outerShdw blurRad="114300" dist="76200" dir="5400000" algn="ctr" rotWithShape="0">
                <a:srgbClr val="8A0010">
                  <a:alpha val="12000"/>
                </a:srgbClr>
              </a:outerShdw>
            </a:effectLst>
          </p:spPr>
        </p:sp>
        <p:grpSp>
          <p:nvGrpSpPr>
            <p:cNvPr id="53" name="Group 53"/>
            <p:cNvGrpSpPr/>
            <p:nvPr/>
          </p:nvGrpSpPr>
          <p:grpSpPr>
            <a:xfrm>
              <a:off x="6409134" y="5288756"/>
              <a:ext cx="402431" cy="419866"/>
              <a:chOff x="6409134" y="5288756"/>
              <a:chExt cx="402431" cy="419866"/>
            </a:xfrm>
          </p:grpSpPr>
          <p:sp>
            <p:nvSpPr>
              <p:cNvPr id="51" name="Freeform 51"/>
              <p:cNvSpPr/>
              <p:nvPr/>
            </p:nvSpPr>
            <p:spPr>
              <a:xfrm>
                <a:off x="6424612" y="5350669"/>
                <a:ext cx="371475" cy="263128"/>
              </a:xfrm>
              <a:custGeom>
                <a:avLst/>
                <a:gdLst/>
                <a:ahLst/>
                <a:cxnLst/>
                <a:rect l="l" t="t" r="r" b="b"/>
                <a:pathLst>
                  <a:path w="371475" h="263128">
                    <a:moveTo>
                      <a:pt x="371475" y="15478"/>
                    </a:moveTo>
                    <a:lnTo>
                      <a:pt x="371475" y="247650"/>
                    </a:lnTo>
                    <a:cubicBezTo>
                      <a:pt x="371475" y="256198"/>
                      <a:pt x="364545" y="263128"/>
                      <a:pt x="355997" y="263128"/>
                    </a:cubicBezTo>
                    <a:lnTo>
                      <a:pt x="15478" y="263128"/>
                    </a:lnTo>
                    <a:cubicBezTo>
                      <a:pt x="6930" y="263128"/>
                      <a:pt x="0" y="256198"/>
                      <a:pt x="0" y="247650"/>
                    </a:cubicBezTo>
                    <a:lnTo>
                      <a:pt x="0" y="15478"/>
                    </a:lnTo>
                    <a:cubicBezTo>
                      <a:pt x="0" y="6930"/>
                      <a:pt x="6930" y="0"/>
                      <a:pt x="15478" y="0"/>
                    </a:cubicBezTo>
                    <a:lnTo>
                      <a:pt x="355997" y="0"/>
                    </a:lnTo>
                    <a:cubicBezTo>
                      <a:pt x="364545" y="0"/>
                      <a:pt x="371475" y="6930"/>
                      <a:pt x="371475" y="15478"/>
                    </a:cubicBezTo>
                    <a:close/>
                  </a:path>
                </a:pathLst>
              </a:custGeom>
              <a:solidFill>
                <a:schemeClr val="accent1">
                  <a:alpha val="20000"/>
                </a:schemeClr>
              </a:solidFill>
              <a:ln>
                <a:noFill/>
              </a:ln>
            </p:spPr>
          </p:sp>
          <p:sp>
            <p:nvSpPr>
              <p:cNvPr id="52" name="Freeform 52"/>
              <p:cNvSpPr/>
              <p:nvPr/>
            </p:nvSpPr>
            <p:spPr>
              <a:xfrm>
                <a:off x="6409134" y="5288756"/>
                <a:ext cx="402431" cy="419866"/>
              </a:xfrm>
              <a:custGeom>
                <a:avLst/>
                <a:gdLst/>
                <a:ahLst/>
                <a:cxnLst/>
                <a:rect l="l" t="t" r="r" b="b"/>
                <a:pathLst>
                  <a:path w="402431" h="419866">
                    <a:moveTo>
                      <a:pt x="371475" y="46434"/>
                    </a:moveTo>
                    <a:lnTo>
                      <a:pt x="216694" y="46434"/>
                    </a:lnTo>
                    <a:lnTo>
                      <a:pt x="216694" y="15478"/>
                    </a:lnTo>
                    <a:cubicBezTo>
                      <a:pt x="216694" y="6930"/>
                      <a:pt x="209764" y="0"/>
                      <a:pt x="201216" y="0"/>
                    </a:cubicBezTo>
                    <a:cubicBezTo>
                      <a:pt x="192667" y="0"/>
                      <a:pt x="185738" y="6930"/>
                      <a:pt x="185738" y="15478"/>
                    </a:cubicBezTo>
                    <a:lnTo>
                      <a:pt x="185738" y="46434"/>
                    </a:lnTo>
                    <a:lnTo>
                      <a:pt x="30956" y="46434"/>
                    </a:lnTo>
                    <a:cubicBezTo>
                      <a:pt x="13860" y="46434"/>
                      <a:pt x="0" y="60294"/>
                      <a:pt x="0" y="77391"/>
                    </a:cubicBezTo>
                    <a:lnTo>
                      <a:pt x="0" y="309562"/>
                    </a:lnTo>
                    <a:cubicBezTo>
                      <a:pt x="0" y="326659"/>
                      <a:pt x="13860" y="340519"/>
                      <a:pt x="30956" y="340519"/>
                    </a:cubicBezTo>
                    <a:lnTo>
                      <a:pt x="107109" y="340519"/>
                    </a:lnTo>
                    <a:lnTo>
                      <a:pt x="65298" y="392757"/>
                    </a:lnTo>
                    <a:cubicBezTo>
                      <a:pt x="59956" y="399436"/>
                      <a:pt x="61038" y="409181"/>
                      <a:pt x="67717" y="414524"/>
                    </a:cubicBezTo>
                    <a:cubicBezTo>
                      <a:pt x="74395" y="419866"/>
                      <a:pt x="84140" y="418783"/>
                      <a:pt x="89483" y="412105"/>
                    </a:cubicBezTo>
                    <a:lnTo>
                      <a:pt x="146733" y="340519"/>
                    </a:lnTo>
                    <a:lnTo>
                      <a:pt x="255699" y="340519"/>
                    </a:lnTo>
                    <a:lnTo>
                      <a:pt x="312948" y="412105"/>
                    </a:lnTo>
                    <a:cubicBezTo>
                      <a:pt x="318291" y="418783"/>
                      <a:pt x="328036" y="419866"/>
                      <a:pt x="334714" y="414524"/>
                    </a:cubicBezTo>
                    <a:cubicBezTo>
                      <a:pt x="341393" y="409181"/>
                      <a:pt x="342476" y="399436"/>
                      <a:pt x="337133" y="392757"/>
                    </a:cubicBezTo>
                    <a:lnTo>
                      <a:pt x="295323" y="340519"/>
                    </a:lnTo>
                    <a:lnTo>
                      <a:pt x="371475" y="340519"/>
                    </a:lnTo>
                    <a:cubicBezTo>
                      <a:pt x="388572" y="340519"/>
                      <a:pt x="402431" y="326659"/>
                      <a:pt x="402431" y="309562"/>
                    </a:cubicBezTo>
                    <a:lnTo>
                      <a:pt x="402431" y="77391"/>
                    </a:lnTo>
                    <a:cubicBezTo>
                      <a:pt x="402431" y="60294"/>
                      <a:pt x="388572" y="46434"/>
                      <a:pt x="371475" y="46434"/>
                    </a:cubicBezTo>
                    <a:close/>
                    <a:moveTo>
                      <a:pt x="371475" y="309562"/>
                    </a:moveTo>
                    <a:lnTo>
                      <a:pt x="30956" y="309562"/>
                    </a:lnTo>
                    <a:lnTo>
                      <a:pt x="30956" y="77391"/>
                    </a:lnTo>
                    <a:lnTo>
                      <a:pt x="371475" y="77391"/>
                    </a:lnTo>
                    <a:lnTo>
                      <a:pt x="371475" y="309562"/>
                    </a:lnTo>
                    <a:close/>
                    <a:moveTo>
                      <a:pt x="154781" y="201216"/>
                    </a:moveTo>
                    <a:lnTo>
                      <a:pt x="154781" y="247650"/>
                    </a:lnTo>
                    <a:cubicBezTo>
                      <a:pt x="154781" y="256198"/>
                      <a:pt x="147851" y="263128"/>
                      <a:pt x="139303" y="263128"/>
                    </a:cubicBezTo>
                    <a:cubicBezTo>
                      <a:pt x="130755" y="263128"/>
                      <a:pt x="123825" y="256198"/>
                      <a:pt x="123825" y="247650"/>
                    </a:cubicBezTo>
                    <a:lnTo>
                      <a:pt x="123825" y="201216"/>
                    </a:lnTo>
                    <a:cubicBezTo>
                      <a:pt x="123825" y="192667"/>
                      <a:pt x="130755" y="185738"/>
                      <a:pt x="139303" y="185738"/>
                    </a:cubicBezTo>
                    <a:cubicBezTo>
                      <a:pt x="147851" y="185738"/>
                      <a:pt x="154781" y="192667"/>
                      <a:pt x="154781" y="201216"/>
                    </a:cubicBezTo>
                    <a:close/>
                    <a:moveTo>
                      <a:pt x="216694" y="170259"/>
                    </a:moveTo>
                    <a:lnTo>
                      <a:pt x="216694" y="247650"/>
                    </a:lnTo>
                    <a:cubicBezTo>
                      <a:pt x="216694" y="256198"/>
                      <a:pt x="209764" y="263128"/>
                      <a:pt x="201216" y="263128"/>
                    </a:cubicBezTo>
                    <a:cubicBezTo>
                      <a:pt x="192667" y="263128"/>
                      <a:pt x="185738" y="256198"/>
                      <a:pt x="185738" y="247650"/>
                    </a:cubicBezTo>
                    <a:lnTo>
                      <a:pt x="185738" y="170259"/>
                    </a:lnTo>
                    <a:cubicBezTo>
                      <a:pt x="185738" y="161711"/>
                      <a:pt x="192667" y="154781"/>
                      <a:pt x="201216" y="154781"/>
                    </a:cubicBezTo>
                    <a:cubicBezTo>
                      <a:pt x="209764" y="154781"/>
                      <a:pt x="216694" y="161711"/>
                      <a:pt x="216694" y="170259"/>
                    </a:cubicBezTo>
                    <a:close/>
                    <a:moveTo>
                      <a:pt x="278606" y="139303"/>
                    </a:moveTo>
                    <a:lnTo>
                      <a:pt x="278606" y="247650"/>
                    </a:lnTo>
                    <a:cubicBezTo>
                      <a:pt x="278606" y="256198"/>
                      <a:pt x="271676" y="263128"/>
                      <a:pt x="263128" y="263128"/>
                    </a:cubicBezTo>
                    <a:cubicBezTo>
                      <a:pt x="254580" y="263128"/>
                      <a:pt x="247650" y="256198"/>
                      <a:pt x="247650" y="247650"/>
                    </a:cubicBezTo>
                    <a:lnTo>
                      <a:pt x="247650" y="139303"/>
                    </a:lnTo>
                    <a:cubicBezTo>
                      <a:pt x="247650" y="130755"/>
                      <a:pt x="254580" y="123825"/>
                      <a:pt x="263128" y="123825"/>
                    </a:cubicBezTo>
                    <a:cubicBezTo>
                      <a:pt x="271676" y="123825"/>
                      <a:pt x="278606" y="130755"/>
                      <a:pt x="278606" y="139303"/>
                    </a:cubicBezTo>
                    <a:close/>
                  </a:path>
                </a:pathLst>
              </a:custGeom>
              <a:solidFill>
                <a:schemeClr val="accent1"/>
              </a:solidFill>
              <a:ln>
                <a:noFill/>
              </a:ln>
            </p:spPr>
          </p:sp>
        </p:grpSp>
        <p:sp>
          <p:nvSpPr>
            <p:cNvPr id="54" name="TextBox 54"/>
            <p:cNvSpPr txBox="1"/>
            <p:nvPr/>
          </p:nvSpPr>
          <p:spPr>
            <a:xfrm>
              <a:off x="7039356" y="5194300"/>
              <a:ext cx="1125721" cy="352044"/>
            </a:xfrm>
            <a:prstGeom prst="rect">
              <a:avLst/>
            </a:prstGeom>
            <a:noFill/>
            <a:ln>
              <a:noFill/>
            </a:ln>
          </p:spPr>
          <p:txBody>
            <a:bodyPr wrap="none" lIns="0" tIns="0" rIns="0" bIns="0" anchor="t" anchorCtr="0">
              <a:spAutoFit/>
            </a:bodyPr>
            <a:lstStyle/>
            <a:p>
              <a:pPr algn="l"/>
              <a:r>
                <a:rPr lang="en" sz="1800" b="1" dirty="0">
                  <a:solidFill>
                    <a:schemeClr val="dk1"/>
                  </a:solidFill>
                  <a:latin typeface="+mn-lt"/>
                  <a:ea typeface="+mn-ea"/>
                  <a:cs typeface="+mn-cs"/>
                </a:rPr>
                <a:t>90 seconds</a:t>
              </a:r>
            </a:p>
          </p:txBody>
        </p:sp>
        <p:sp>
          <p:nvSpPr>
            <p:cNvPr id="55" name="TextBox 55"/>
            <p:cNvSpPr txBox="1"/>
            <p:nvPr/>
          </p:nvSpPr>
          <p:spPr>
            <a:xfrm>
              <a:off x="7042404" y="5613400"/>
              <a:ext cx="2325760" cy="234696"/>
            </a:xfrm>
            <a:prstGeom prst="rect">
              <a:avLst/>
            </a:prstGeom>
            <a:noFill/>
            <a:ln>
              <a:noFill/>
            </a:ln>
          </p:spPr>
          <p:txBody>
            <a:bodyPr wrap="none" lIns="0" tIns="0" rIns="0" bIns="0" anchor="t" anchorCtr="0">
              <a:spAutoFit/>
            </a:bodyPr>
            <a:lstStyle/>
            <a:p>
              <a:pPr algn="l"/>
              <a:r>
                <a:rPr lang="en" sz="1200" dirty="0">
                  <a:solidFill>
                    <a:schemeClr val="accent5"/>
                  </a:solidFill>
                  <a:latin typeface="+mn-lt"/>
                  <a:ea typeface="+mn-ea"/>
                  <a:cs typeface="+mn-cs"/>
                </a:rPr>
                <a:t>Painpoint, idea, prototype, benefit.</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gradFill>
          <a:gsLst>
            <a:gs pos="0">
              <a:srgbClr val="FFF1F2"/>
            </a:gs>
            <a:gs pos="42000">
              <a:schemeClr val="lt2"/>
            </a:gs>
            <a:gs pos="100000">
              <a:schemeClr val="lt1"/>
            </a:gs>
          </a:gsLst>
          <a:lin ang="2700000" scaled="1"/>
        </a:gradFill>
        <a:effectLst/>
      </p:bgPr>
    </p:bg>
    <p:spTree>
      <p:nvGrpSpPr>
        <p:cNvPr id="1" name=""/>
        <p:cNvGrpSpPr/>
        <p:nvPr/>
      </p:nvGrpSpPr>
      <p:grpSpPr>
        <a:xfrm>
          <a:off x="0" y="0"/>
          <a:ext cx="0" cy="0"/>
          <a:chOff x="0" y="0"/>
          <a:chExt cx="0" cy="0"/>
        </a:xfrm>
      </p:grpSpPr>
      <p:grpSp>
        <p:nvGrpSpPr>
          <p:cNvPr id="4" name="header"/>
          <p:cNvGrpSpPr/>
          <p:nvPr/>
        </p:nvGrpSpPr>
        <p:grpSpPr>
          <a:xfrm>
            <a:off x="518160" y="260350"/>
            <a:ext cx="3635286" cy="847090"/>
            <a:chOff x="518160" y="260350"/>
            <a:chExt cx="3635286" cy="847090"/>
          </a:xfrm>
        </p:grpSpPr>
        <p:sp>
          <p:nvSpPr>
            <p:cNvPr id="2" name="TextBox 2"/>
            <p:cNvSpPr txBox="1"/>
            <p:nvPr/>
          </p:nvSpPr>
          <p:spPr>
            <a:xfrm>
              <a:off x="527304" y="260350"/>
              <a:ext cx="3134041"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APPENDIX · PRINT STEP 0 · FIRST 5 MINUTES</a:t>
              </a:r>
            </a:p>
          </p:txBody>
        </p:sp>
        <p:sp>
          <p:nvSpPr>
            <p:cNvPr id="3" name="TextBox 3"/>
            <p:cNvSpPr txBox="1"/>
            <p:nvPr/>
          </p:nvSpPr>
          <p:spPr>
            <a:xfrm>
              <a:off x="518160" y="520700"/>
              <a:ext cx="3635286" cy="586740"/>
            </a:xfrm>
            <a:prstGeom prst="rect">
              <a:avLst/>
            </a:prstGeom>
            <a:noFill/>
            <a:ln>
              <a:noFill/>
            </a:ln>
          </p:spPr>
          <p:txBody>
            <a:bodyPr wrap="none" lIns="0" tIns="0" rIns="0" bIns="0" anchor="t" anchorCtr="0">
              <a:spAutoFit/>
            </a:bodyPr>
            <a:lstStyle/>
            <a:p>
              <a:pPr algn="l"/>
              <a:r>
                <a:rPr lang="en" sz="3000" b="1" dirty="0">
                  <a:solidFill>
                    <a:schemeClr val="dk1"/>
                  </a:solidFill>
                  <a:latin typeface="+mn-lt"/>
                  <a:ea typeface="+mn-ea"/>
                  <a:cs typeface="+mn-cs"/>
                </a:rPr>
                <a:t>Choose the painpoint</a:t>
              </a:r>
            </a:p>
          </p:txBody>
        </p:sp>
      </p:grpSp>
      <p:grpSp>
        <p:nvGrpSpPr>
          <p:cNvPr id="32" name="grid"/>
          <p:cNvGrpSpPr/>
          <p:nvPr/>
        </p:nvGrpSpPr>
        <p:grpSpPr>
          <a:xfrm>
            <a:off x="457200" y="1333500"/>
            <a:ext cx="6934200" cy="4857750"/>
            <a:chOff x="457200" y="1333500"/>
            <a:chExt cx="6934200" cy="4857750"/>
          </a:xfrm>
        </p:grpSpPr>
        <p:sp>
          <p:nvSpPr>
            <p:cNvPr id="5" name="Rectangle 5"/>
            <p:cNvSpPr/>
            <p:nvPr/>
          </p:nvSpPr>
          <p:spPr>
            <a:xfrm>
              <a:off x="533400" y="1428750"/>
              <a:ext cx="6858000" cy="4762500"/>
            </a:xfrm>
            <a:prstGeom prst="roundRect">
              <a:avLst>
                <a:gd name="adj" fmla="val 4400"/>
              </a:avLst>
            </a:prstGeom>
            <a:solidFill>
              <a:schemeClr val="accent1">
                <a:alpha val="12000"/>
              </a:schemeClr>
            </a:solidFill>
            <a:ln>
              <a:noFill/>
            </a:ln>
          </p:spPr>
        </p:sp>
        <p:sp>
          <p:nvSpPr>
            <p:cNvPr id="6" name="Rectangle 6"/>
            <p:cNvSpPr/>
            <p:nvPr/>
          </p:nvSpPr>
          <p:spPr>
            <a:xfrm>
              <a:off x="457200" y="1333500"/>
              <a:ext cx="6858000" cy="4762500"/>
            </a:xfrm>
            <a:prstGeom prst="roundRect">
              <a:avLst>
                <a:gd name="adj" fmla="val 4400"/>
              </a:avLst>
            </a:prstGeom>
            <a:solidFill>
              <a:srgbClr val="FFFFFF"/>
            </a:solidFill>
            <a:ln>
              <a:noFill/>
            </a:ln>
            <a:effectLst>
              <a:outerShdw blurRad="76200" dist="57150" dir="5400000" algn="ctr" rotWithShape="0">
                <a:srgbClr val="8A0010">
                  <a:alpha val="10500"/>
                </a:srgbClr>
              </a:outerShdw>
            </a:effectLst>
          </p:spPr>
        </p:sp>
        <p:sp>
          <p:nvSpPr>
            <p:cNvPr id="7" name="TextBox 7"/>
            <p:cNvSpPr txBox="1"/>
            <p:nvPr/>
          </p:nvSpPr>
          <p:spPr>
            <a:xfrm>
              <a:off x="717804" y="1612900"/>
              <a:ext cx="1682118"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NINE CARDS. PICK ONE.</a:t>
              </a:r>
            </a:p>
          </p:txBody>
        </p:sp>
        <p:sp>
          <p:nvSpPr>
            <p:cNvPr id="8" name="Rectangle 8"/>
            <p:cNvSpPr/>
            <p:nvPr/>
          </p:nvSpPr>
          <p:spPr>
            <a:xfrm>
              <a:off x="723900" y="2038350"/>
              <a:ext cx="1905000" cy="742950"/>
            </a:xfrm>
            <a:prstGeom prst="roundRect">
              <a:avLst>
                <a:gd name="adj" fmla="val 20513"/>
              </a:avLst>
            </a:prstGeom>
            <a:solidFill>
              <a:schemeClr val="lt1"/>
            </a:solidFill>
            <a:ln>
              <a:noFill/>
            </a:ln>
          </p:spPr>
        </p:sp>
        <p:sp>
          <p:nvSpPr>
            <p:cNvPr id="9" name="TextBox 9"/>
            <p:cNvSpPr txBox="1"/>
            <p:nvPr/>
          </p:nvSpPr>
          <p:spPr>
            <a:xfrm>
              <a:off x="1544450" y="2260600"/>
              <a:ext cx="263899" cy="352044"/>
            </a:xfrm>
            <a:prstGeom prst="rect">
              <a:avLst/>
            </a:prstGeom>
            <a:noFill/>
            <a:ln>
              <a:noFill/>
            </a:ln>
          </p:spPr>
          <p:txBody>
            <a:bodyPr wrap="none" lIns="0" tIns="0" rIns="0" bIns="0" anchor="t" anchorCtr="0">
              <a:spAutoFit/>
            </a:bodyPr>
            <a:lstStyle/>
            <a:p>
              <a:pPr algn="ctr"/>
              <a:r>
                <a:rPr lang="en" sz="1800" b="1" dirty="0">
                  <a:solidFill>
                    <a:schemeClr val="accent5"/>
                  </a:solidFill>
                  <a:latin typeface="+mn-lt"/>
                  <a:ea typeface="+mn-ea"/>
                  <a:cs typeface="+mn-cs"/>
                </a:rPr>
                <a:t>01</a:t>
              </a:r>
            </a:p>
          </p:txBody>
        </p:sp>
        <p:sp>
          <p:nvSpPr>
            <p:cNvPr id="10" name="Rectangle 10"/>
            <p:cNvSpPr/>
            <p:nvPr/>
          </p:nvSpPr>
          <p:spPr>
            <a:xfrm>
              <a:off x="2781300" y="2038350"/>
              <a:ext cx="1905000" cy="742950"/>
            </a:xfrm>
            <a:prstGeom prst="roundRect">
              <a:avLst>
                <a:gd name="adj" fmla="val 20513"/>
              </a:avLst>
            </a:prstGeom>
            <a:solidFill>
              <a:schemeClr val="lt1"/>
            </a:solidFill>
            <a:ln>
              <a:noFill/>
            </a:ln>
          </p:spPr>
        </p:sp>
        <p:sp>
          <p:nvSpPr>
            <p:cNvPr id="11" name="TextBox 11"/>
            <p:cNvSpPr txBox="1"/>
            <p:nvPr/>
          </p:nvSpPr>
          <p:spPr>
            <a:xfrm>
              <a:off x="3601850" y="2260600"/>
              <a:ext cx="263899" cy="352044"/>
            </a:xfrm>
            <a:prstGeom prst="rect">
              <a:avLst/>
            </a:prstGeom>
            <a:noFill/>
            <a:ln>
              <a:noFill/>
            </a:ln>
          </p:spPr>
          <p:txBody>
            <a:bodyPr wrap="none" lIns="0" tIns="0" rIns="0" bIns="0" anchor="t" anchorCtr="0">
              <a:spAutoFit/>
            </a:bodyPr>
            <a:lstStyle/>
            <a:p>
              <a:pPr algn="ctr"/>
              <a:r>
                <a:rPr lang="en" sz="1800" b="1" dirty="0">
                  <a:solidFill>
                    <a:schemeClr val="accent5"/>
                  </a:solidFill>
                  <a:latin typeface="+mn-lt"/>
                  <a:ea typeface="+mn-ea"/>
                  <a:cs typeface="+mn-cs"/>
                </a:rPr>
                <a:t>02</a:t>
              </a:r>
            </a:p>
          </p:txBody>
        </p:sp>
        <p:sp>
          <p:nvSpPr>
            <p:cNvPr id="12" name="Rectangle 12"/>
            <p:cNvSpPr/>
            <p:nvPr/>
          </p:nvSpPr>
          <p:spPr>
            <a:xfrm>
              <a:off x="4838700" y="2038350"/>
              <a:ext cx="1905000" cy="742950"/>
            </a:xfrm>
            <a:prstGeom prst="roundRect">
              <a:avLst>
                <a:gd name="adj" fmla="val 20513"/>
              </a:avLst>
            </a:prstGeom>
            <a:solidFill>
              <a:schemeClr val="lt1"/>
            </a:solidFill>
            <a:ln>
              <a:noFill/>
            </a:ln>
          </p:spPr>
        </p:sp>
        <p:sp>
          <p:nvSpPr>
            <p:cNvPr id="13" name="TextBox 13"/>
            <p:cNvSpPr txBox="1"/>
            <p:nvPr/>
          </p:nvSpPr>
          <p:spPr>
            <a:xfrm>
              <a:off x="5659250" y="2260600"/>
              <a:ext cx="263899" cy="352044"/>
            </a:xfrm>
            <a:prstGeom prst="rect">
              <a:avLst/>
            </a:prstGeom>
            <a:noFill/>
            <a:ln>
              <a:noFill/>
            </a:ln>
          </p:spPr>
          <p:txBody>
            <a:bodyPr wrap="none" lIns="0" tIns="0" rIns="0" bIns="0" anchor="t" anchorCtr="0">
              <a:spAutoFit/>
            </a:bodyPr>
            <a:lstStyle/>
            <a:p>
              <a:pPr algn="ctr"/>
              <a:r>
                <a:rPr lang="en" sz="1800" b="1" dirty="0">
                  <a:solidFill>
                    <a:schemeClr val="accent5"/>
                  </a:solidFill>
                  <a:latin typeface="+mn-lt"/>
                  <a:ea typeface="+mn-ea"/>
                  <a:cs typeface="+mn-cs"/>
                </a:rPr>
                <a:t>03</a:t>
              </a:r>
            </a:p>
          </p:txBody>
        </p:sp>
        <p:sp>
          <p:nvSpPr>
            <p:cNvPr id="14" name="Rectangle 14"/>
            <p:cNvSpPr/>
            <p:nvPr/>
          </p:nvSpPr>
          <p:spPr>
            <a:xfrm>
              <a:off x="723900" y="2933700"/>
              <a:ext cx="1905000" cy="742950"/>
            </a:xfrm>
            <a:prstGeom prst="roundRect">
              <a:avLst>
                <a:gd name="adj" fmla="val 20513"/>
              </a:avLst>
            </a:prstGeom>
            <a:solidFill>
              <a:schemeClr val="lt1"/>
            </a:solidFill>
            <a:ln>
              <a:noFill/>
            </a:ln>
          </p:spPr>
        </p:sp>
        <p:sp>
          <p:nvSpPr>
            <p:cNvPr id="15" name="TextBox 15"/>
            <p:cNvSpPr txBox="1"/>
            <p:nvPr/>
          </p:nvSpPr>
          <p:spPr>
            <a:xfrm>
              <a:off x="1544450" y="3155950"/>
              <a:ext cx="263899" cy="352044"/>
            </a:xfrm>
            <a:prstGeom prst="rect">
              <a:avLst/>
            </a:prstGeom>
            <a:noFill/>
            <a:ln>
              <a:noFill/>
            </a:ln>
          </p:spPr>
          <p:txBody>
            <a:bodyPr wrap="none" lIns="0" tIns="0" rIns="0" bIns="0" anchor="t" anchorCtr="0">
              <a:spAutoFit/>
            </a:bodyPr>
            <a:lstStyle/>
            <a:p>
              <a:pPr algn="ctr"/>
              <a:r>
                <a:rPr lang="en" sz="1800" b="1" dirty="0">
                  <a:solidFill>
                    <a:schemeClr val="accent5"/>
                  </a:solidFill>
                  <a:latin typeface="+mn-lt"/>
                  <a:ea typeface="+mn-ea"/>
                  <a:cs typeface="+mn-cs"/>
                </a:rPr>
                <a:t>04</a:t>
              </a:r>
            </a:p>
          </p:txBody>
        </p:sp>
        <p:sp>
          <p:nvSpPr>
            <p:cNvPr id="16" name="Rectangle 16"/>
            <p:cNvSpPr/>
            <p:nvPr/>
          </p:nvSpPr>
          <p:spPr>
            <a:xfrm>
              <a:off x="2857500" y="3028950"/>
              <a:ext cx="1905000" cy="742950"/>
            </a:xfrm>
            <a:prstGeom prst="roundRect">
              <a:avLst>
                <a:gd name="adj" fmla="val 20513"/>
              </a:avLst>
            </a:prstGeom>
            <a:solidFill>
              <a:schemeClr val="accent1">
                <a:alpha val="25000"/>
              </a:schemeClr>
            </a:solidFill>
            <a:ln>
              <a:noFill/>
            </a:ln>
          </p:spPr>
        </p:sp>
        <p:sp>
          <p:nvSpPr>
            <p:cNvPr id="17" name="Rectangle 17"/>
            <p:cNvSpPr/>
            <p:nvPr/>
          </p:nvSpPr>
          <p:spPr>
            <a:xfrm>
              <a:off x="2781300" y="2933700"/>
              <a:ext cx="1905000" cy="742950"/>
            </a:xfrm>
            <a:prstGeom prst="roundRect">
              <a:avLst>
                <a:gd name="adj" fmla="val 20513"/>
              </a:avLst>
            </a:prstGeom>
            <a:solidFill>
              <a:schemeClr val="accent1"/>
            </a:solidFill>
            <a:ln>
              <a:noFill/>
            </a:ln>
          </p:spPr>
        </p:sp>
        <p:sp>
          <p:nvSpPr>
            <p:cNvPr id="18" name="TextBox 18"/>
            <p:cNvSpPr txBox="1"/>
            <p:nvPr/>
          </p:nvSpPr>
          <p:spPr>
            <a:xfrm>
              <a:off x="3436944" y="3155950"/>
              <a:ext cx="593712" cy="352044"/>
            </a:xfrm>
            <a:prstGeom prst="rect">
              <a:avLst/>
            </a:prstGeom>
            <a:noFill/>
            <a:ln>
              <a:noFill/>
            </a:ln>
          </p:spPr>
          <p:txBody>
            <a:bodyPr wrap="none" lIns="0" tIns="0" rIns="0" bIns="0" anchor="t" anchorCtr="0">
              <a:spAutoFit/>
            </a:bodyPr>
            <a:lstStyle/>
            <a:p>
              <a:pPr algn="ctr"/>
              <a:r>
                <a:rPr lang="en" sz="1800" b="1" dirty="0">
                  <a:solidFill>
                    <a:srgbClr val="FFFFFF"/>
                  </a:solidFill>
                  <a:latin typeface="+mn-lt"/>
                  <a:ea typeface="+mn-ea"/>
                  <a:cs typeface="+mn-cs"/>
                </a:rPr>
                <a:t>Yours</a:t>
              </a:r>
            </a:p>
          </p:txBody>
        </p:sp>
        <p:sp>
          <p:nvSpPr>
            <p:cNvPr id="19" name="Rectangle 19"/>
            <p:cNvSpPr/>
            <p:nvPr/>
          </p:nvSpPr>
          <p:spPr>
            <a:xfrm>
              <a:off x="4838700" y="2933700"/>
              <a:ext cx="1905000" cy="742950"/>
            </a:xfrm>
            <a:prstGeom prst="roundRect">
              <a:avLst>
                <a:gd name="adj" fmla="val 20513"/>
              </a:avLst>
            </a:prstGeom>
            <a:solidFill>
              <a:schemeClr val="lt1"/>
            </a:solidFill>
            <a:ln>
              <a:noFill/>
            </a:ln>
          </p:spPr>
        </p:sp>
        <p:sp>
          <p:nvSpPr>
            <p:cNvPr id="20" name="TextBox 20"/>
            <p:cNvSpPr txBox="1"/>
            <p:nvPr/>
          </p:nvSpPr>
          <p:spPr>
            <a:xfrm>
              <a:off x="5659250" y="3155950"/>
              <a:ext cx="263899" cy="352044"/>
            </a:xfrm>
            <a:prstGeom prst="rect">
              <a:avLst/>
            </a:prstGeom>
            <a:noFill/>
            <a:ln>
              <a:noFill/>
            </a:ln>
          </p:spPr>
          <p:txBody>
            <a:bodyPr wrap="none" lIns="0" tIns="0" rIns="0" bIns="0" anchor="t" anchorCtr="0">
              <a:spAutoFit/>
            </a:bodyPr>
            <a:lstStyle/>
            <a:p>
              <a:pPr algn="ctr"/>
              <a:r>
                <a:rPr lang="en" sz="1800" b="1" dirty="0">
                  <a:solidFill>
                    <a:schemeClr val="accent5"/>
                  </a:solidFill>
                  <a:latin typeface="+mn-lt"/>
                  <a:ea typeface="+mn-ea"/>
                  <a:cs typeface="+mn-cs"/>
                </a:rPr>
                <a:t>06</a:t>
              </a:r>
            </a:p>
          </p:txBody>
        </p:sp>
        <p:sp>
          <p:nvSpPr>
            <p:cNvPr id="21" name="Rectangle 21"/>
            <p:cNvSpPr/>
            <p:nvPr/>
          </p:nvSpPr>
          <p:spPr>
            <a:xfrm>
              <a:off x="723900" y="3829050"/>
              <a:ext cx="1905000" cy="742950"/>
            </a:xfrm>
            <a:prstGeom prst="roundRect">
              <a:avLst>
                <a:gd name="adj" fmla="val 20513"/>
              </a:avLst>
            </a:prstGeom>
            <a:solidFill>
              <a:schemeClr val="lt1"/>
            </a:solidFill>
            <a:ln>
              <a:noFill/>
            </a:ln>
          </p:spPr>
        </p:sp>
        <p:sp>
          <p:nvSpPr>
            <p:cNvPr id="22" name="TextBox 22"/>
            <p:cNvSpPr txBox="1"/>
            <p:nvPr/>
          </p:nvSpPr>
          <p:spPr>
            <a:xfrm>
              <a:off x="1544450" y="4051300"/>
              <a:ext cx="263899" cy="352044"/>
            </a:xfrm>
            <a:prstGeom prst="rect">
              <a:avLst/>
            </a:prstGeom>
            <a:noFill/>
            <a:ln>
              <a:noFill/>
            </a:ln>
          </p:spPr>
          <p:txBody>
            <a:bodyPr wrap="none" lIns="0" tIns="0" rIns="0" bIns="0" anchor="t" anchorCtr="0">
              <a:spAutoFit/>
            </a:bodyPr>
            <a:lstStyle/>
            <a:p>
              <a:pPr algn="ctr"/>
              <a:r>
                <a:rPr lang="en" sz="1800" b="1" dirty="0">
                  <a:solidFill>
                    <a:schemeClr val="accent5"/>
                  </a:solidFill>
                  <a:latin typeface="+mn-lt"/>
                  <a:ea typeface="+mn-ea"/>
                  <a:cs typeface="+mn-cs"/>
                </a:rPr>
                <a:t>07</a:t>
              </a:r>
            </a:p>
          </p:txBody>
        </p:sp>
        <p:sp>
          <p:nvSpPr>
            <p:cNvPr id="23" name="Rectangle 23"/>
            <p:cNvSpPr/>
            <p:nvPr/>
          </p:nvSpPr>
          <p:spPr>
            <a:xfrm>
              <a:off x="2781300" y="3829050"/>
              <a:ext cx="1905000" cy="742950"/>
            </a:xfrm>
            <a:prstGeom prst="roundRect">
              <a:avLst>
                <a:gd name="adj" fmla="val 20513"/>
              </a:avLst>
            </a:prstGeom>
            <a:solidFill>
              <a:schemeClr val="lt1"/>
            </a:solidFill>
            <a:ln>
              <a:noFill/>
            </a:ln>
          </p:spPr>
        </p:sp>
        <p:sp>
          <p:nvSpPr>
            <p:cNvPr id="24" name="TextBox 24"/>
            <p:cNvSpPr txBox="1"/>
            <p:nvPr/>
          </p:nvSpPr>
          <p:spPr>
            <a:xfrm>
              <a:off x="3601850" y="4051300"/>
              <a:ext cx="263899" cy="352044"/>
            </a:xfrm>
            <a:prstGeom prst="rect">
              <a:avLst/>
            </a:prstGeom>
            <a:noFill/>
            <a:ln>
              <a:noFill/>
            </a:ln>
          </p:spPr>
          <p:txBody>
            <a:bodyPr wrap="none" lIns="0" tIns="0" rIns="0" bIns="0" anchor="t" anchorCtr="0">
              <a:spAutoFit/>
            </a:bodyPr>
            <a:lstStyle/>
            <a:p>
              <a:pPr algn="ctr"/>
              <a:r>
                <a:rPr lang="en" sz="1800" b="1" dirty="0">
                  <a:solidFill>
                    <a:schemeClr val="accent5"/>
                  </a:solidFill>
                  <a:latin typeface="+mn-lt"/>
                  <a:ea typeface="+mn-ea"/>
                  <a:cs typeface="+mn-cs"/>
                </a:rPr>
                <a:t>08</a:t>
              </a:r>
            </a:p>
          </p:txBody>
        </p:sp>
        <p:sp>
          <p:nvSpPr>
            <p:cNvPr id="25" name="Rectangle 25"/>
            <p:cNvSpPr/>
            <p:nvPr/>
          </p:nvSpPr>
          <p:spPr>
            <a:xfrm>
              <a:off x="4838700" y="3829050"/>
              <a:ext cx="1905000" cy="742950"/>
            </a:xfrm>
            <a:prstGeom prst="roundRect">
              <a:avLst>
                <a:gd name="adj" fmla="val 20513"/>
              </a:avLst>
            </a:prstGeom>
            <a:solidFill>
              <a:schemeClr val="lt1"/>
            </a:solidFill>
            <a:ln>
              <a:noFill/>
            </a:ln>
          </p:spPr>
        </p:sp>
        <p:sp>
          <p:nvSpPr>
            <p:cNvPr id="26" name="TextBox 26"/>
            <p:cNvSpPr txBox="1"/>
            <p:nvPr/>
          </p:nvSpPr>
          <p:spPr>
            <a:xfrm>
              <a:off x="5659250" y="4051300"/>
              <a:ext cx="263899" cy="352044"/>
            </a:xfrm>
            <a:prstGeom prst="rect">
              <a:avLst/>
            </a:prstGeom>
            <a:noFill/>
            <a:ln>
              <a:noFill/>
            </a:ln>
          </p:spPr>
          <p:txBody>
            <a:bodyPr wrap="none" lIns="0" tIns="0" rIns="0" bIns="0" anchor="t" anchorCtr="0">
              <a:spAutoFit/>
            </a:bodyPr>
            <a:lstStyle/>
            <a:p>
              <a:pPr algn="ctr"/>
              <a:r>
                <a:rPr lang="en" sz="1800" b="1" dirty="0">
                  <a:solidFill>
                    <a:schemeClr val="accent5"/>
                  </a:solidFill>
                  <a:latin typeface="+mn-lt"/>
                  <a:ea typeface="+mn-ea"/>
                  <a:cs typeface="+mn-cs"/>
                </a:rPr>
                <a:t>09</a:t>
              </a:r>
            </a:p>
          </p:txBody>
        </p:sp>
        <p:sp>
          <p:nvSpPr>
            <p:cNvPr id="27" name="Rectangle 27"/>
            <p:cNvSpPr/>
            <p:nvPr/>
          </p:nvSpPr>
          <p:spPr>
            <a:xfrm>
              <a:off x="800100" y="4876800"/>
              <a:ext cx="6096000" cy="857250"/>
            </a:xfrm>
            <a:prstGeom prst="roundRect">
              <a:avLst>
                <a:gd name="adj" fmla="val 17778"/>
              </a:avLst>
            </a:prstGeom>
            <a:solidFill>
              <a:schemeClr val="lt2"/>
            </a:solidFill>
            <a:ln>
              <a:noFill/>
            </a:ln>
          </p:spPr>
        </p:sp>
        <p:grpSp>
          <p:nvGrpSpPr>
            <p:cNvPr id="30" name="Group 30"/>
            <p:cNvGrpSpPr/>
            <p:nvPr/>
          </p:nvGrpSpPr>
          <p:grpSpPr>
            <a:xfrm>
              <a:off x="1004865" y="5125628"/>
              <a:ext cx="327440" cy="327456"/>
              <a:chOff x="1004865" y="5125628"/>
              <a:chExt cx="327440" cy="327456"/>
            </a:xfrm>
          </p:grpSpPr>
          <p:sp>
            <p:nvSpPr>
              <p:cNvPr id="28" name="Freeform 28"/>
              <p:cNvSpPr/>
              <p:nvPr/>
            </p:nvSpPr>
            <p:spPr>
              <a:xfrm>
                <a:off x="1175147" y="5137458"/>
                <a:ext cx="144092" cy="145345"/>
              </a:xfrm>
              <a:custGeom>
                <a:avLst/>
                <a:gdLst/>
                <a:ahLst/>
                <a:cxnLst/>
                <a:rect l="l" t="t" r="r" b="b"/>
                <a:pathLst>
                  <a:path w="144092" h="145345">
                    <a:moveTo>
                      <a:pt x="140235" y="96789"/>
                    </a:moveTo>
                    <a:lnTo>
                      <a:pt x="91678" y="145345"/>
                    </a:lnTo>
                    <a:lnTo>
                      <a:pt x="0" y="53667"/>
                    </a:lnTo>
                    <a:lnTo>
                      <a:pt x="48557" y="5111"/>
                    </a:lnTo>
                    <a:cubicBezTo>
                      <a:pt x="53671" y="0"/>
                      <a:pt x="61958" y="0"/>
                      <a:pt x="67072" y="5111"/>
                    </a:cubicBezTo>
                    <a:lnTo>
                      <a:pt x="140235" y="78224"/>
                    </a:lnTo>
                    <a:cubicBezTo>
                      <a:pt x="142704" y="80682"/>
                      <a:pt x="144092" y="84022"/>
                      <a:pt x="144092" y="87506"/>
                    </a:cubicBezTo>
                    <a:cubicBezTo>
                      <a:pt x="144092" y="90990"/>
                      <a:pt x="142704" y="94331"/>
                      <a:pt x="140235" y="96789"/>
                    </a:cubicBezTo>
                    <a:close/>
                  </a:path>
                </a:pathLst>
              </a:custGeom>
              <a:solidFill>
                <a:schemeClr val="accent1">
                  <a:alpha val="20000"/>
                </a:schemeClr>
              </a:solidFill>
              <a:ln>
                <a:noFill/>
              </a:ln>
            </p:spPr>
          </p:sp>
          <p:sp>
            <p:nvSpPr>
              <p:cNvPr id="29" name="Freeform 29"/>
              <p:cNvSpPr/>
              <p:nvPr/>
            </p:nvSpPr>
            <p:spPr>
              <a:xfrm>
                <a:off x="1004865" y="5125628"/>
                <a:ext cx="327440" cy="327456"/>
              </a:xfrm>
              <a:custGeom>
                <a:avLst/>
                <a:gdLst/>
                <a:ahLst/>
                <a:cxnLst/>
                <a:rect l="l" t="t" r="r" b="b"/>
                <a:pathLst>
                  <a:path w="327440" h="327456">
                    <a:moveTo>
                      <a:pt x="319766" y="80837"/>
                    </a:moveTo>
                    <a:lnTo>
                      <a:pt x="246620" y="7674"/>
                    </a:lnTo>
                    <a:cubicBezTo>
                      <a:pt x="241708" y="2761"/>
                      <a:pt x="235044" y="0"/>
                      <a:pt x="228096" y="0"/>
                    </a:cubicBezTo>
                    <a:cubicBezTo>
                      <a:pt x="221148" y="0"/>
                      <a:pt x="214485" y="2761"/>
                      <a:pt x="209572" y="7674"/>
                    </a:cubicBezTo>
                    <a:lnTo>
                      <a:pt x="7700" y="209562"/>
                    </a:lnTo>
                    <a:cubicBezTo>
                      <a:pt x="2766" y="214458"/>
                      <a:pt x="0" y="221127"/>
                      <a:pt x="22" y="228078"/>
                    </a:cubicBezTo>
                    <a:lnTo>
                      <a:pt x="22" y="301241"/>
                    </a:lnTo>
                    <a:cubicBezTo>
                      <a:pt x="22" y="315707"/>
                      <a:pt x="11750" y="327434"/>
                      <a:pt x="26216" y="327434"/>
                    </a:cubicBezTo>
                    <a:lnTo>
                      <a:pt x="99378" y="327434"/>
                    </a:lnTo>
                    <a:cubicBezTo>
                      <a:pt x="106329" y="327456"/>
                      <a:pt x="112999" y="324691"/>
                      <a:pt x="117894" y="319756"/>
                    </a:cubicBezTo>
                    <a:lnTo>
                      <a:pt x="319766" y="117884"/>
                    </a:lnTo>
                    <a:cubicBezTo>
                      <a:pt x="324680" y="112972"/>
                      <a:pt x="327440" y="106308"/>
                      <a:pt x="327440" y="99360"/>
                    </a:cubicBezTo>
                    <a:cubicBezTo>
                      <a:pt x="327440" y="92412"/>
                      <a:pt x="324680" y="85749"/>
                      <a:pt x="319766" y="80837"/>
                    </a:cubicBezTo>
                    <a:close/>
                    <a:moveTo>
                      <a:pt x="99378" y="301241"/>
                    </a:moveTo>
                    <a:lnTo>
                      <a:pt x="26216" y="301241"/>
                    </a:lnTo>
                    <a:lnTo>
                      <a:pt x="26216" y="228078"/>
                    </a:lnTo>
                    <a:lnTo>
                      <a:pt x="170282" y="84012"/>
                    </a:lnTo>
                    <a:lnTo>
                      <a:pt x="243444" y="157175"/>
                    </a:lnTo>
                    <a:close/>
                    <a:moveTo>
                      <a:pt x="261960" y="138643"/>
                    </a:moveTo>
                    <a:lnTo>
                      <a:pt x="188797" y="65497"/>
                    </a:lnTo>
                    <a:lnTo>
                      <a:pt x="228088" y="26206"/>
                    </a:lnTo>
                    <a:lnTo>
                      <a:pt x="301250" y="99352"/>
                    </a:lnTo>
                    <a:close/>
                  </a:path>
                </a:pathLst>
              </a:custGeom>
              <a:solidFill>
                <a:schemeClr val="accent1"/>
              </a:solidFill>
              <a:ln>
                <a:noFill/>
              </a:ln>
            </p:spPr>
          </p:sp>
        </p:grpSp>
        <p:sp>
          <p:nvSpPr>
            <p:cNvPr id="31" name="TextBox 31"/>
            <p:cNvSpPr txBox="1"/>
            <p:nvPr/>
          </p:nvSpPr>
          <p:spPr>
            <a:xfrm>
              <a:off x="1514856" y="5156200"/>
              <a:ext cx="3521646" cy="352044"/>
            </a:xfrm>
            <a:prstGeom prst="rect">
              <a:avLst/>
            </a:prstGeom>
            <a:noFill/>
            <a:ln>
              <a:noFill/>
            </a:ln>
          </p:spPr>
          <p:txBody>
            <a:bodyPr wrap="none" lIns="0" tIns="0" rIns="0" bIns="0" anchor="t" anchorCtr="0">
              <a:spAutoFit/>
            </a:bodyPr>
            <a:lstStyle/>
            <a:p>
              <a:pPr algn="l"/>
              <a:r>
                <a:rPr lang="en" sz="1800" b="1" dirty="0">
                  <a:solidFill>
                    <a:schemeClr val="dk1"/>
                  </a:solidFill>
                  <a:latin typeface="+mn-lt"/>
                  <a:ea typeface="+mn-ea"/>
                  <a:cs typeface="+mn-cs"/>
                </a:rPr>
                <a:t>Or write your own on the long row</a:t>
              </a:r>
            </a:p>
          </p:txBody>
        </p:sp>
      </p:grpSp>
      <p:grpSp>
        <p:nvGrpSpPr>
          <p:cNvPr id="50" name="rules"/>
          <p:cNvGrpSpPr/>
          <p:nvPr/>
        </p:nvGrpSpPr>
        <p:grpSpPr>
          <a:xfrm>
            <a:off x="7848600" y="1333500"/>
            <a:ext cx="3790950" cy="4876800"/>
            <a:chOff x="7848600" y="1333500"/>
            <a:chExt cx="3790950" cy="4876800"/>
          </a:xfrm>
        </p:grpSpPr>
        <p:sp>
          <p:nvSpPr>
            <p:cNvPr id="33" name="Rectangle 33"/>
            <p:cNvSpPr/>
            <p:nvPr/>
          </p:nvSpPr>
          <p:spPr>
            <a:xfrm>
              <a:off x="7924800" y="1447800"/>
              <a:ext cx="3714750" cy="4762500"/>
            </a:xfrm>
            <a:prstGeom prst="roundRect">
              <a:avLst>
                <a:gd name="adj" fmla="val 5641"/>
              </a:avLst>
            </a:prstGeom>
            <a:solidFill>
              <a:schemeClr val="accent1">
                <a:alpha val="12000"/>
              </a:schemeClr>
            </a:solidFill>
            <a:ln>
              <a:noFill/>
            </a:ln>
          </p:spPr>
        </p:sp>
        <p:sp>
          <p:nvSpPr>
            <p:cNvPr id="34" name="Rectangle 34"/>
            <p:cNvSpPr/>
            <p:nvPr/>
          </p:nvSpPr>
          <p:spPr>
            <a:xfrm>
              <a:off x="7848600" y="1333500"/>
              <a:ext cx="3714750" cy="4762500"/>
            </a:xfrm>
            <a:prstGeom prst="roundRect">
              <a:avLst>
                <a:gd name="adj" fmla="val 5641"/>
              </a:avLst>
            </a:prstGeom>
            <a:solidFill>
              <a:srgbClr val="FFFFFF"/>
            </a:solidFill>
            <a:ln>
              <a:noFill/>
            </a:ln>
            <a:effectLst>
              <a:outerShdw blurRad="76200" dist="57150" dir="5400000" algn="ctr" rotWithShape="0">
                <a:srgbClr val="8A0010">
                  <a:alpha val="10500"/>
                </a:srgbClr>
              </a:outerShdw>
            </a:effectLst>
          </p:spPr>
        </p:sp>
        <p:grpSp>
          <p:nvGrpSpPr>
            <p:cNvPr id="37" name="Group 37"/>
            <p:cNvGrpSpPr/>
            <p:nvPr/>
          </p:nvGrpSpPr>
          <p:grpSpPr>
            <a:xfrm>
              <a:off x="8181975" y="1800225"/>
              <a:ext cx="400050" cy="300038"/>
              <a:chOff x="8181975" y="1800225"/>
              <a:chExt cx="400050" cy="300038"/>
            </a:xfrm>
          </p:grpSpPr>
          <p:sp>
            <p:nvSpPr>
              <p:cNvPr id="35" name="Freeform 35"/>
              <p:cNvSpPr/>
              <p:nvPr/>
            </p:nvSpPr>
            <p:spPr>
              <a:xfrm>
                <a:off x="8224838" y="1814512"/>
                <a:ext cx="314325" cy="214312"/>
              </a:xfrm>
              <a:custGeom>
                <a:avLst/>
                <a:gdLst/>
                <a:ahLst/>
                <a:cxnLst/>
                <a:rect l="l" t="t" r="r" b="b"/>
                <a:pathLst>
                  <a:path w="314325" h="214312">
                    <a:moveTo>
                      <a:pt x="314325" y="28575"/>
                    </a:moveTo>
                    <a:lnTo>
                      <a:pt x="314325" y="214312"/>
                    </a:lnTo>
                    <a:lnTo>
                      <a:pt x="0" y="214312"/>
                    </a:lnTo>
                    <a:lnTo>
                      <a:pt x="0" y="28575"/>
                    </a:lnTo>
                    <a:cubicBezTo>
                      <a:pt x="0" y="12793"/>
                      <a:pt x="12793" y="0"/>
                      <a:pt x="28575" y="0"/>
                    </a:cubicBezTo>
                    <a:lnTo>
                      <a:pt x="285750" y="0"/>
                    </a:lnTo>
                    <a:cubicBezTo>
                      <a:pt x="301532" y="0"/>
                      <a:pt x="314325" y="12793"/>
                      <a:pt x="314325" y="28575"/>
                    </a:cubicBezTo>
                    <a:close/>
                  </a:path>
                </a:pathLst>
              </a:custGeom>
              <a:solidFill>
                <a:schemeClr val="accent1">
                  <a:alpha val="20000"/>
                </a:schemeClr>
              </a:solidFill>
              <a:ln>
                <a:noFill/>
              </a:ln>
            </p:spPr>
          </p:sp>
          <p:sp>
            <p:nvSpPr>
              <p:cNvPr id="36" name="Freeform 36"/>
              <p:cNvSpPr/>
              <p:nvPr/>
            </p:nvSpPr>
            <p:spPr>
              <a:xfrm>
                <a:off x="8181975" y="1800225"/>
                <a:ext cx="400050" cy="300038"/>
              </a:xfrm>
              <a:custGeom>
                <a:avLst/>
                <a:gdLst/>
                <a:ahLst/>
                <a:cxnLst/>
                <a:rect l="l" t="t" r="r" b="b"/>
                <a:pathLst>
                  <a:path w="400050" h="300038">
                    <a:moveTo>
                      <a:pt x="385762" y="214312"/>
                    </a:moveTo>
                    <a:lnTo>
                      <a:pt x="371475" y="214312"/>
                    </a:lnTo>
                    <a:lnTo>
                      <a:pt x="371475" y="42862"/>
                    </a:lnTo>
                    <a:cubicBezTo>
                      <a:pt x="371475" y="19190"/>
                      <a:pt x="352285" y="0"/>
                      <a:pt x="328612" y="0"/>
                    </a:cubicBezTo>
                    <a:lnTo>
                      <a:pt x="71438" y="0"/>
                    </a:lnTo>
                    <a:cubicBezTo>
                      <a:pt x="47765" y="0"/>
                      <a:pt x="28575" y="19190"/>
                      <a:pt x="28575" y="42862"/>
                    </a:cubicBezTo>
                    <a:lnTo>
                      <a:pt x="28575" y="214312"/>
                    </a:lnTo>
                    <a:lnTo>
                      <a:pt x="14288" y="214312"/>
                    </a:lnTo>
                    <a:cubicBezTo>
                      <a:pt x="6397" y="214312"/>
                      <a:pt x="0" y="220709"/>
                      <a:pt x="0" y="228600"/>
                    </a:cubicBezTo>
                    <a:lnTo>
                      <a:pt x="0" y="257175"/>
                    </a:lnTo>
                    <a:cubicBezTo>
                      <a:pt x="0" y="280847"/>
                      <a:pt x="19190" y="300038"/>
                      <a:pt x="42862" y="300038"/>
                    </a:cubicBezTo>
                    <a:lnTo>
                      <a:pt x="357188" y="300038"/>
                    </a:lnTo>
                    <a:cubicBezTo>
                      <a:pt x="380860" y="300038"/>
                      <a:pt x="400050" y="280847"/>
                      <a:pt x="400050" y="257175"/>
                    </a:cubicBezTo>
                    <a:lnTo>
                      <a:pt x="400050" y="228600"/>
                    </a:lnTo>
                    <a:cubicBezTo>
                      <a:pt x="400050" y="220709"/>
                      <a:pt x="393653" y="214312"/>
                      <a:pt x="385762" y="214312"/>
                    </a:cubicBezTo>
                    <a:close/>
                    <a:moveTo>
                      <a:pt x="57150" y="42862"/>
                    </a:moveTo>
                    <a:cubicBezTo>
                      <a:pt x="57150" y="34972"/>
                      <a:pt x="63547" y="28575"/>
                      <a:pt x="71438" y="28575"/>
                    </a:cubicBezTo>
                    <a:lnTo>
                      <a:pt x="328612" y="28575"/>
                    </a:lnTo>
                    <a:cubicBezTo>
                      <a:pt x="336503" y="28575"/>
                      <a:pt x="342900" y="34972"/>
                      <a:pt x="342900" y="42862"/>
                    </a:cubicBezTo>
                    <a:lnTo>
                      <a:pt x="342900" y="214312"/>
                    </a:lnTo>
                    <a:lnTo>
                      <a:pt x="57150" y="214312"/>
                    </a:lnTo>
                    <a:close/>
                    <a:moveTo>
                      <a:pt x="371475" y="257175"/>
                    </a:moveTo>
                    <a:cubicBezTo>
                      <a:pt x="371475" y="265066"/>
                      <a:pt x="365078" y="271462"/>
                      <a:pt x="357188" y="271462"/>
                    </a:cubicBezTo>
                    <a:lnTo>
                      <a:pt x="42862" y="271462"/>
                    </a:lnTo>
                    <a:cubicBezTo>
                      <a:pt x="34972" y="271462"/>
                      <a:pt x="28575" y="265066"/>
                      <a:pt x="28575" y="257175"/>
                    </a:cubicBezTo>
                    <a:lnTo>
                      <a:pt x="28575" y="242888"/>
                    </a:lnTo>
                    <a:lnTo>
                      <a:pt x="371475" y="242888"/>
                    </a:lnTo>
                    <a:close/>
                    <a:moveTo>
                      <a:pt x="242888" y="71438"/>
                    </a:moveTo>
                    <a:cubicBezTo>
                      <a:pt x="242888" y="79328"/>
                      <a:pt x="236491" y="85725"/>
                      <a:pt x="228600" y="85725"/>
                    </a:cubicBezTo>
                    <a:lnTo>
                      <a:pt x="171450" y="85725"/>
                    </a:lnTo>
                    <a:cubicBezTo>
                      <a:pt x="163559" y="85725"/>
                      <a:pt x="157162" y="79328"/>
                      <a:pt x="157162" y="71438"/>
                    </a:cubicBezTo>
                    <a:cubicBezTo>
                      <a:pt x="157162" y="63547"/>
                      <a:pt x="163559" y="57150"/>
                      <a:pt x="171450" y="57150"/>
                    </a:cubicBezTo>
                    <a:lnTo>
                      <a:pt x="228600" y="57150"/>
                    </a:lnTo>
                    <a:cubicBezTo>
                      <a:pt x="236491" y="57150"/>
                      <a:pt x="242888" y="63547"/>
                      <a:pt x="242888" y="71438"/>
                    </a:cubicBezTo>
                    <a:close/>
                  </a:path>
                </a:pathLst>
              </a:custGeom>
              <a:solidFill>
                <a:schemeClr val="accent1"/>
              </a:solidFill>
              <a:ln>
                <a:noFill/>
              </a:ln>
            </p:spPr>
          </p:sp>
        </p:grpSp>
        <p:sp>
          <p:nvSpPr>
            <p:cNvPr id="38" name="TextBox 38"/>
            <p:cNvSpPr txBox="1"/>
            <p:nvPr/>
          </p:nvSpPr>
          <p:spPr>
            <a:xfrm>
              <a:off x="8753856" y="1689100"/>
              <a:ext cx="1135222" cy="352044"/>
            </a:xfrm>
            <a:prstGeom prst="rect">
              <a:avLst/>
            </a:prstGeom>
            <a:noFill/>
            <a:ln>
              <a:noFill/>
            </a:ln>
          </p:spPr>
          <p:txBody>
            <a:bodyPr wrap="none" lIns="0" tIns="0" rIns="0" bIns="0" anchor="t" anchorCtr="0">
              <a:spAutoFit/>
            </a:bodyPr>
            <a:lstStyle/>
            <a:p>
              <a:pPr algn="l"/>
              <a:r>
                <a:rPr lang="en" sz="1800" b="1" dirty="0">
                  <a:solidFill>
                    <a:schemeClr val="dk1"/>
                  </a:solidFill>
                  <a:latin typeface="+mn-lt"/>
                  <a:ea typeface="+mn-ea"/>
                  <a:cs typeface="+mn-cs"/>
                </a:rPr>
                <a:t>One leader</a:t>
              </a:r>
            </a:p>
          </p:txBody>
        </p:sp>
        <p:sp>
          <p:nvSpPr>
            <p:cNvPr id="39" name="TextBox 39"/>
            <p:cNvSpPr txBox="1"/>
            <p:nvPr/>
          </p:nvSpPr>
          <p:spPr>
            <a:xfrm>
              <a:off x="8756904" y="2051050"/>
              <a:ext cx="1355692" cy="234696"/>
            </a:xfrm>
            <a:prstGeom prst="rect">
              <a:avLst/>
            </a:prstGeom>
            <a:noFill/>
            <a:ln>
              <a:noFill/>
            </a:ln>
          </p:spPr>
          <p:txBody>
            <a:bodyPr wrap="none" lIns="0" tIns="0" rIns="0" bIns="0" anchor="t" anchorCtr="0">
              <a:spAutoFit/>
            </a:bodyPr>
            <a:lstStyle/>
            <a:p>
              <a:pPr algn="l"/>
              <a:r>
                <a:rPr lang="en" sz="1200" dirty="0">
                  <a:solidFill>
                    <a:schemeClr val="accent5"/>
                  </a:solidFill>
                  <a:latin typeface="+mn-lt"/>
                  <a:ea typeface="+mn-ea"/>
                  <a:cs typeface="+mn-cs"/>
                </a:rPr>
                <a:t>They use the laptop.</a:t>
              </a:r>
            </a:p>
          </p:txBody>
        </p:sp>
        <p:grpSp>
          <p:nvGrpSpPr>
            <p:cNvPr id="42" name="Group 42"/>
            <p:cNvGrpSpPr/>
            <p:nvPr/>
          </p:nvGrpSpPr>
          <p:grpSpPr>
            <a:xfrm>
              <a:off x="8180044" y="2995611"/>
              <a:ext cx="403900" cy="357352"/>
              <a:chOff x="8180044" y="2995611"/>
              <a:chExt cx="403900" cy="357352"/>
            </a:xfrm>
          </p:grpSpPr>
          <p:sp>
            <p:nvSpPr>
              <p:cNvPr id="40" name="Freeform 40"/>
              <p:cNvSpPr/>
              <p:nvPr/>
            </p:nvSpPr>
            <p:spPr>
              <a:xfrm>
                <a:off x="8189119" y="3004935"/>
                <a:ext cx="385762" cy="333577"/>
              </a:xfrm>
              <a:custGeom>
                <a:avLst/>
                <a:gdLst/>
                <a:ahLst/>
                <a:cxnLst/>
                <a:rect l="l" t="t" r="r" b="b"/>
                <a:pathLst>
                  <a:path w="385762" h="333577">
                    <a:moveTo>
                      <a:pt x="349079" y="333577"/>
                    </a:moveTo>
                    <a:lnTo>
                      <a:pt x="36683" y="333577"/>
                    </a:lnTo>
                    <a:cubicBezTo>
                      <a:pt x="14145" y="333577"/>
                      <a:pt x="0" y="309985"/>
                      <a:pt x="10948" y="290876"/>
                    </a:cubicBezTo>
                    <a:lnTo>
                      <a:pt x="167146" y="19645"/>
                    </a:lnTo>
                    <a:cubicBezTo>
                      <a:pt x="178397" y="0"/>
                      <a:pt x="207365" y="0"/>
                      <a:pt x="218617" y="19645"/>
                    </a:cubicBezTo>
                    <a:lnTo>
                      <a:pt x="374815" y="290876"/>
                    </a:lnTo>
                    <a:cubicBezTo>
                      <a:pt x="385762" y="309985"/>
                      <a:pt x="371618" y="333577"/>
                      <a:pt x="349079" y="333577"/>
                    </a:cubicBezTo>
                    <a:close/>
                  </a:path>
                </a:pathLst>
              </a:custGeom>
              <a:solidFill>
                <a:schemeClr val="accent1">
                  <a:alpha val="20000"/>
                </a:schemeClr>
              </a:solidFill>
              <a:ln>
                <a:noFill/>
              </a:ln>
            </p:spPr>
          </p:sp>
          <p:sp>
            <p:nvSpPr>
              <p:cNvPr id="41" name="Freeform 41"/>
              <p:cNvSpPr/>
              <p:nvPr/>
            </p:nvSpPr>
            <p:spPr>
              <a:xfrm>
                <a:off x="8180044" y="2995611"/>
                <a:ext cx="403900" cy="357352"/>
              </a:xfrm>
              <a:custGeom>
                <a:avLst/>
                <a:gdLst/>
                <a:ahLst/>
                <a:cxnLst/>
                <a:rect l="l" t="t" r="r" b="b"/>
                <a:pathLst>
                  <a:path w="403900" h="357352">
                    <a:moveTo>
                      <a:pt x="396266" y="293056"/>
                    </a:moveTo>
                    <a:lnTo>
                      <a:pt x="240085" y="21825"/>
                    </a:lnTo>
                    <a:lnTo>
                      <a:pt x="240085" y="21825"/>
                    </a:lnTo>
                    <a:cubicBezTo>
                      <a:pt x="232144" y="8304"/>
                      <a:pt x="217636" y="0"/>
                      <a:pt x="201956" y="0"/>
                    </a:cubicBezTo>
                    <a:cubicBezTo>
                      <a:pt x="186275" y="0"/>
                      <a:pt x="171767" y="8304"/>
                      <a:pt x="163826" y="21825"/>
                    </a:cubicBezTo>
                    <a:lnTo>
                      <a:pt x="7646" y="293056"/>
                    </a:lnTo>
                    <a:cubicBezTo>
                      <a:pt x="0" y="306142"/>
                      <a:pt x="0" y="322332"/>
                      <a:pt x="7646" y="335418"/>
                    </a:cubicBezTo>
                    <a:cubicBezTo>
                      <a:pt x="15490" y="349030"/>
                      <a:pt x="30066" y="357352"/>
                      <a:pt x="45775" y="357189"/>
                    </a:cubicBezTo>
                    <a:lnTo>
                      <a:pt x="358136" y="357189"/>
                    </a:lnTo>
                    <a:cubicBezTo>
                      <a:pt x="373832" y="357339"/>
                      <a:pt x="388392" y="349018"/>
                      <a:pt x="396230" y="335418"/>
                    </a:cubicBezTo>
                    <a:cubicBezTo>
                      <a:pt x="403886" y="322339"/>
                      <a:pt x="403900" y="306148"/>
                      <a:pt x="396266" y="293056"/>
                    </a:cubicBezTo>
                    <a:close/>
                    <a:moveTo>
                      <a:pt x="371495" y="321113"/>
                    </a:moveTo>
                    <a:cubicBezTo>
                      <a:pt x="368722" y="325842"/>
                      <a:pt x="363616" y="328709"/>
                      <a:pt x="358136" y="328614"/>
                    </a:cubicBezTo>
                    <a:lnTo>
                      <a:pt x="45775" y="328614"/>
                    </a:lnTo>
                    <a:cubicBezTo>
                      <a:pt x="40295" y="328709"/>
                      <a:pt x="35189" y="325842"/>
                      <a:pt x="32416" y="321113"/>
                    </a:cubicBezTo>
                    <a:cubicBezTo>
                      <a:pt x="29905" y="316860"/>
                      <a:pt x="29905" y="311578"/>
                      <a:pt x="32416" y="307325"/>
                    </a:cubicBezTo>
                    <a:lnTo>
                      <a:pt x="188597" y="36095"/>
                    </a:lnTo>
                    <a:cubicBezTo>
                      <a:pt x="191422" y="31393"/>
                      <a:pt x="196506" y="28517"/>
                      <a:pt x="201991" y="28517"/>
                    </a:cubicBezTo>
                    <a:cubicBezTo>
                      <a:pt x="207477" y="28517"/>
                      <a:pt x="212560" y="31393"/>
                      <a:pt x="215386" y="36095"/>
                    </a:cubicBezTo>
                    <a:lnTo>
                      <a:pt x="371566" y="307325"/>
                    </a:lnTo>
                    <a:cubicBezTo>
                      <a:pt x="374056" y="311591"/>
                      <a:pt x="374028" y="316873"/>
                      <a:pt x="371495" y="321113"/>
                    </a:cubicBezTo>
                    <a:close/>
                    <a:moveTo>
                      <a:pt x="187668" y="214314"/>
                    </a:moveTo>
                    <a:lnTo>
                      <a:pt x="187668" y="142876"/>
                    </a:lnTo>
                    <a:cubicBezTo>
                      <a:pt x="187668" y="134985"/>
                      <a:pt x="194065" y="128589"/>
                      <a:pt x="201956" y="128589"/>
                    </a:cubicBezTo>
                    <a:cubicBezTo>
                      <a:pt x="209846" y="128589"/>
                      <a:pt x="216243" y="134985"/>
                      <a:pt x="216243" y="142876"/>
                    </a:cubicBezTo>
                    <a:lnTo>
                      <a:pt x="216243" y="214314"/>
                    </a:lnTo>
                    <a:cubicBezTo>
                      <a:pt x="216243" y="222204"/>
                      <a:pt x="209846" y="228601"/>
                      <a:pt x="201956" y="228601"/>
                    </a:cubicBezTo>
                    <a:cubicBezTo>
                      <a:pt x="194065" y="228601"/>
                      <a:pt x="187668" y="222204"/>
                      <a:pt x="187668" y="214314"/>
                    </a:cubicBezTo>
                    <a:close/>
                    <a:moveTo>
                      <a:pt x="223387" y="278607"/>
                    </a:moveTo>
                    <a:cubicBezTo>
                      <a:pt x="223387" y="290444"/>
                      <a:pt x="213792" y="300039"/>
                      <a:pt x="201956" y="300039"/>
                    </a:cubicBezTo>
                    <a:cubicBezTo>
                      <a:pt x="190119" y="300039"/>
                      <a:pt x="180524" y="290444"/>
                      <a:pt x="180524" y="278607"/>
                    </a:cubicBezTo>
                    <a:cubicBezTo>
                      <a:pt x="180524" y="266771"/>
                      <a:pt x="190119" y="257176"/>
                      <a:pt x="201956" y="257176"/>
                    </a:cubicBezTo>
                    <a:cubicBezTo>
                      <a:pt x="213792" y="257176"/>
                      <a:pt x="223387" y="266771"/>
                      <a:pt x="223387" y="278607"/>
                    </a:cubicBezTo>
                    <a:close/>
                  </a:path>
                </a:pathLst>
              </a:custGeom>
              <a:solidFill>
                <a:schemeClr val="accent1"/>
              </a:solidFill>
              <a:ln>
                <a:noFill/>
              </a:ln>
            </p:spPr>
          </p:sp>
        </p:grpSp>
        <p:sp>
          <p:nvSpPr>
            <p:cNvPr id="43" name="TextBox 43"/>
            <p:cNvSpPr txBox="1"/>
            <p:nvPr/>
          </p:nvSpPr>
          <p:spPr>
            <a:xfrm>
              <a:off x="8753856" y="2927350"/>
              <a:ext cx="2366058" cy="352044"/>
            </a:xfrm>
            <a:prstGeom prst="rect">
              <a:avLst/>
            </a:prstGeom>
            <a:noFill/>
            <a:ln>
              <a:noFill/>
            </a:ln>
          </p:spPr>
          <p:txBody>
            <a:bodyPr wrap="none" lIns="0" tIns="0" rIns="0" bIns="0" anchor="t" anchorCtr="0">
              <a:spAutoFit/>
            </a:bodyPr>
            <a:lstStyle/>
            <a:p>
              <a:pPr algn="l"/>
              <a:r>
                <a:rPr lang="en" sz="1800" b="1" dirty="0">
                  <a:solidFill>
                    <a:schemeClr val="dk1"/>
                  </a:solidFill>
                  <a:latin typeface="+mn-lt"/>
                  <a:ea typeface="+mn-ea"/>
                  <a:cs typeface="+mn-cs"/>
                </a:rPr>
                <a:t>Not the impressive one</a:t>
              </a:r>
            </a:p>
          </p:txBody>
        </p:sp>
        <p:sp>
          <p:nvSpPr>
            <p:cNvPr id="44" name="TextBox 44"/>
            <p:cNvSpPr txBox="1"/>
            <p:nvPr/>
          </p:nvSpPr>
          <p:spPr>
            <a:xfrm>
              <a:off x="8756904" y="3289300"/>
              <a:ext cx="1821112" cy="234696"/>
            </a:xfrm>
            <a:prstGeom prst="rect">
              <a:avLst/>
            </a:prstGeom>
            <a:noFill/>
            <a:ln>
              <a:noFill/>
            </a:ln>
          </p:spPr>
          <p:txBody>
            <a:bodyPr wrap="none" lIns="0" tIns="0" rIns="0" bIns="0" anchor="t" anchorCtr="0">
              <a:spAutoFit/>
            </a:bodyPr>
            <a:lstStyle/>
            <a:p>
              <a:pPr algn="l"/>
              <a:r>
                <a:rPr lang="en" sz="1200" dirty="0">
                  <a:solidFill>
                    <a:schemeClr val="accent5"/>
                  </a:solidFill>
                  <a:latin typeface="+mn-lt"/>
                  <a:ea typeface="+mn-ea"/>
                  <a:cs typeface="+mn-cs"/>
                </a:rPr>
                <a:t>The one that actually hurts.</a:t>
              </a:r>
            </a:p>
          </p:txBody>
        </p:sp>
        <p:grpSp>
          <p:nvGrpSpPr>
            <p:cNvPr id="47" name="Group 47"/>
            <p:cNvGrpSpPr/>
            <p:nvPr/>
          </p:nvGrpSpPr>
          <p:grpSpPr>
            <a:xfrm>
              <a:off x="8196262" y="4329112"/>
              <a:ext cx="371475" cy="371475"/>
              <a:chOff x="8196262" y="4329112"/>
              <a:chExt cx="371475" cy="371475"/>
            </a:xfrm>
          </p:grpSpPr>
          <p:sp>
            <p:nvSpPr>
              <p:cNvPr id="45" name="Freeform 45"/>
              <p:cNvSpPr/>
              <p:nvPr/>
            </p:nvSpPr>
            <p:spPr>
              <a:xfrm>
                <a:off x="8210550" y="4343400"/>
                <a:ext cx="342900" cy="342900"/>
              </a:xfrm>
              <a:custGeom>
                <a:avLst/>
                <a:gdLst/>
                <a:ahLst/>
                <a:cxnLst/>
                <a:rect l="l" t="t" r="r" b="b"/>
                <a:pathLst>
                  <a:path w="342900" h="342900">
                    <a:moveTo>
                      <a:pt x="342900" y="171450"/>
                    </a:moveTo>
                    <a:cubicBezTo>
                      <a:pt x="342900" y="266139"/>
                      <a:pt x="266139" y="342900"/>
                      <a:pt x="171450" y="342900"/>
                    </a:cubicBezTo>
                    <a:cubicBezTo>
                      <a:pt x="76761" y="342900"/>
                      <a:pt x="0" y="266139"/>
                      <a:pt x="0" y="171450"/>
                    </a:cubicBezTo>
                    <a:cubicBezTo>
                      <a:pt x="0" y="76761"/>
                      <a:pt x="76761" y="0"/>
                      <a:pt x="171450" y="0"/>
                    </a:cubicBezTo>
                    <a:cubicBezTo>
                      <a:pt x="266139" y="0"/>
                      <a:pt x="342900" y="76761"/>
                      <a:pt x="342900" y="171450"/>
                    </a:cubicBezTo>
                    <a:close/>
                  </a:path>
                </a:pathLst>
              </a:custGeom>
              <a:solidFill>
                <a:schemeClr val="accent1">
                  <a:alpha val="20000"/>
                </a:schemeClr>
              </a:solidFill>
              <a:ln>
                <a:noFill/>
              </a:ln>
            </p:spPr>
          </p:sp>
          <p:sp>
            <p:nvSpPr>
              <p:cNvPr id="46" name="Freeform 46"/>
              <p:cNvSpPr/>
              <p:nvPr/>
            </p:nvSpPr>
            <p:spPr>
              <a:xfrm>
                <a:off x="8196262" y="4329112"/>
                <a:ext cx="371475" cy="371475"/>
              </a:xfrm>
              <a:custGeom>
                <a:avLst/>
                <a:gdLst/>
                <a:ahLst/>
                <a:cxnLst/>
                <a:rect l="l" t="t" r="r" b="b"/>
                <a:pathLst>
                  <a:path w="371475" h="371475">
                    <a:moveTo>
                      <a:pt x="185738" y="0"/>
                    </a:moveTo>
                    <a:cubicBezTo>
                      <a:pt x="83158" y="0"/>
                      <a:pt x="0" y="83158"/>
                      <a:pt x="0" y="185738"/>
                    </a:cubicBezTo>
                    <a:cubicBezTo>
                      <a:pt x="0" y="288317"/>
                      <a:pt x="83158" y="371475"/>
                      <a:pt x="185738" y="371475"/>
                    </a:cubicBezTo>
                    <a:cubicBezTo>
                      <a:pt x="288317" y="371475"/>
                      <a:pt x="371475" y="288317"/>
                      <a:pt x="371475" y="185738"/>
                    </a:cubicBezTo>
                    <a:cubicBezTo>
                      <a:pt x="371367" y="83202"/>
                      <a:pt x="288273" y="108"/>
                      <a:pt x="185738" y="0"/>
                    </a:cubicBezTo>
                    <a:close/>
                    <a:moveTo>
                      <a:pt x="185738" y="342900"/>
                    </a:moveTo>
                    <a:cubicBezTo>
                      <a:pt x="98939" y="342900"/>
                      <a:pt x="28575" y="272536"/>
                      <a:pt x="28575" y="185738"/>
                    </a:cubicBezTo>
                    <a:cubicBezTo>
                      <a:pt x="28575" y="98939"/>
                      <a:pt x="98939" y="28575"/>
                      <a:pt x="185738" y="28575"/>
                    </a:cubicBezTo>
                    <a:cubicBezTo>
                      <a:pt x="272536" y="28575"/>
                      <a:pt x="342900" y="98939"/>
                      <a:pt x="342900" y="185738"/>
                    </a:cubicBezTo>
                    <a:cubicBezTo>
                      <a:pt x="342802" y="272495"/>
                      <a:pt x="272495" y="342802"/>
                      <a:pt x="185737" y="342900"/>
                    </a:cubicBezTo>
                    <a:close/>
                    <a:moveTo>
                      <a:pt x="300038" y="185738"/>
                    </a:moveTo>
                    <a:cubicBezTo>
                      <a:pt x="300038" y="193628"/>
                      <a:pt x="293641" y="200025"/>
                      <a:pt x="285750" y="200025"/>
                    </a:cubicBezTo>
                    <a:lnTo>
                      <a:pt x="185738" y="200025"/>
                    </a:lnTo>
                    <a:cubicBezTo>
                      <a:pt x="177847" y="200025"/>
                      <a:pt x="171450" y="193628"/>
                      <a:pt x="171450" y="185738"/>
                    </a:cubicBezTo>
                    <a:lnTo>
                      <a:pt x="171450" y="85725"/>
                    </a:lnTo>
                    <a:cubicBezTo>
                      <a:pt x="171450" y="77834"/>
                      <a:pt x="177847" y="71438"/>
                      <a:pt x="185738" y="71438"/>
                    </a:cubicBezTo>
                    <a:cubicBezTo>
                      <a:pt x="193628" y="71438"/>
                      <a:pt x="200025" y="77834"/>
                      <a:pt x="200025" y="85725"/>
                    </a:cubicBezTo>
                    <a:lnTo>
                      <a:pt x="200025" y="171450"/>
                    </a:lnTo>
                    <a:lnTo>
                      <a:pt x="285750" y="171450"/>
                    </a:lnTo>
                    <a:cubicBezTo>
                      <a:pt x="293641" y="171450"/>
                      <a:pt x="300038" y="177847"/>
                      <a:pt x="300038" y="185738"/>
                    </a:cubicBezTo>
                    <a:close/>
                  </a:path>
                </a:pathLst>
              </a:custGeom>
              <a:solidFill>
                <a:schemeClr val="accent1"/>
              </a:solidFill>
              <a:ln>
                <a:noFill/>
              </a:ln>
            </p:spPr>
          </p:sp>
        </p:grpSp>
        <p:sp>
          <p:nvSpPr>
            <p:cNvPr id="48" name="TextBox 48"/>
            <p:cNvSpPr txBox="1"/>
            <p:nvPr/>
          </p:nvSpPr>
          <p:spPr>
            <a:xfrm>
              <a:off x="8753856" y="4260850"/>
              <a:ext cx="1880290" cy="352044"/>
            </a:xfrm>
            <a:prstGeom prst="rect">
              <a:avLst/>
            </a:prstGeom>
            <a:noFill/>
            <a:ln>
              <a:noFill/>
            </a:ln>
          </p:spPr>
          <p:txBody>
            <a:bodyPr wrap="none" lIns="0" tIns="0" rIns="0" bIns="0" anchor="t" anchorCtr="0">
              <a:spAutoFit/>
            </a:bodyPr>
            <a:lstStyle/>
            <a:p>
              <a:pPr algn="l"/>
              <a:r>
                <a:rPr lang="en" sz="1800" b="1" dirty="0">
                  <a:solidFill>
                    <a:schemeClr val="dk1"/>
                  </a:solidFill>
                  <a:latin typeface="+mn-lt"/>
                  <a:ea typeface="+mn-ea"/>
                  <a:cs typeface="+mn-cs"/>
                </a:rPr>
                <a:t>Same five minutes</a:t>
              </a:r>
            </a:p>
          </p:txBody>
        </p:sp>
        <p:sp>
          <p:nvSpPr>
            <p:cNvPr id="49" name="TextBox 49"/>
            <p:cNvSpPr txBox="1"/>
            <p:nvPr/>
          </p:nvSpPr>
          <p:spPr>
            <a:xfrm>
              <a:off x="8756904" y="4622800"/>
              <a:ext cx="1720558" cy="234696"/>
            </a:xfrm>
            <a:prstGeom prst="rect">
              <a:avLst/>
            </a:prstGeom>
            <a:noFill/>
            <a:ln>
              <a:noFill/>
            </a:ln>
          </p:spPr>
          <p:txBody>
            <a:bodyPr wrap="none" lIns="0" tIns="0" rIns="0" bIns="0" anchor="t" anchorCtr="0">
              <a:spAutoFit/>
            </a:bodyPr>
            <a:lstStyle/>
            <a:p>
              <a:pPr algn="l"/>
              <a:r>
                <a:rPr lang="en" sz="1200" dirty="0">
                  <a:solidFill>
                    <a:schemeClr val="accent5"/>
                  </a:solidFill>
                  <a:latin typeface="+mn-lt"/>
                  <a:ea typeface="+mn-ea"/>
                  <a:cs typeface="+mn-cs"/>
                </a:rPr>
                <a:t>The brief shares this time.</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gradFill>
          <a:gsLst>
            <a:gs pos="0">
              <a:srgbClr val="FFF1F2"/>
            </a:gs>
            <a:gs pos="42000">
              <a:schemeClr val="lt2"/>
            </a:gs>
            <a:gs pos="100000">
              <a:schemeClr val="lt1"/>
            </a:gs>
          </a:gsLst>
          <a:lin ang="2700000" scaled="1"/>
        </a:gradFill>
        <a:effectLst/>
      </p:bgPr>
    </p:bg>
    <p:spTree>
      <p:nvGrpSpPr>
        <p:cNvPr id="1" name=""/>
        <p:cNvGrpSpPr/>
        <p:nvPr/>
      </p:nvGrpSpPr>
      <p:grpSpPr>
        <a:xfrm>
          <a:off x="0" y="0"/>
          <a:ext cx="0" cy="0"/>
          <a:chOff x="0" y="0"/>
          <a:chExt cx="0" cy="0"/>
        </a:xfrm>
      </p:grpSpPr>
      <p:grpSp>
        <p:nvGrpSpPr>
          <p:cNvPr id="4" name="header"/>
          <p:cNvGrpSpPr/>
          <p:nvPr/>
        </p:nvGrpSpPr>
        <p:grpSpPr>
          <a:xfrm>
            <a:off x="518160" y="260350"/>
            <a:ext cx="4839858" cy="847090"/>
            <a:chOff x="518160" y="260350"/>
            <a:chExt cx="4839858" cy="847090"/>
          </a:xfrm>
        </p:grpSpPr>
        <p:sp>
          <p:nvSpPr>
            <p:cNvPr id="2" name="TextBox 2"/>
            <p:cNvSpPr txBox="1"/>
            <p:nvPr/>
          </p:nvSpPr>
          <p:spPr>
            <a:xfrm>
              <a:off x="527304" y="260350"/>
              <a:ext cx="3165465"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APPENDIX · PRINT STEP 1 · SAME 5 MINUTES</a:t>
              </a:r>
            </a:p>
          </p:txBody>
        </p:sp>
        <p:sp>
          <p:nvSpPr>
            <p:cNvPr id="3" name="TextBox 3"/>
            <p:cNvSpPr txBox="1"/>
            <p:nvPr/>
          </p:nvSpPr>
          <p:spPr>
            <a:xfrm>
              <a:off x="518160" y="520700"/>
              <a:ext cx="4839858" cy="586740"/>
            </a:xfrm>
            <a:prstGeom prst="rect">
              <a:avLst/>
            </a:prstGeom>
            <a:noFill/>
            <a:ln>
              <a:noFill/>
            </a:ln>
          </p:spPr>
          <p:txBody>
            <a:bodyPr wrap="none" lIns="0" tIns="0" rIns="0" bIns="0" anchor="t" anchorCtr="0">
              <a:spAutoFit/>
            </a:bodyPr>
            <a:lstStyle/>
            <a:p>
              <a:pPr algn="l"/>
              <a:r>
                <a:rPr lang="en" sz="3000" b="1" dirty="0">
                  <a:solidFill>
                    <a:schemeClr val="dk1"/>
                  </a:solidFill>
                  <a:latin typeface="+mn-lt"/>
                  <a:ea typeface="+mn-ea"/>
                  <a:cs typeface="+mn-cs"/>
                </a:rPr>
                <a:t>Four boxes. That is the brief.</a:t>
              </a:r>
            </a:p>
          </p:txBody>
        </p:sp>
      </p:grpSp>
      <p:grpSp>
        <p:nvGrpSpPr>
          <p:cNvPr id="33" name="boxes"/>
          <p:cNvGrpSpPr/>
          <p:nvPr/>
        </p:nvGrpSpPr>
        <p:grpSpPr>
          <a:xfrm>
            <a:off x="457200" y="1333500"/>
            <a:ext cx="11106150" cy="3581400"/>
            <a:chOff x="457200" y="1333500"/>
            <a:chExt cx="11106150" cy="3581400"/>
          </a:xfrm>
        </p:grpSpPr>
        <p:sp>
          <p:nvSpPr>
            <p:cNvPr id="5" name="Rectangle 5"/>
            <p:cNvSpPr/>
            <p:nvPr/>
          </p:nvSpPr>
          <p:spPr>
            <a:xfrm>
              <a:off x="552450" y="1466850"/>
              <a:ext cx="5334000" cy="1619250"/>
            </a:xfrm>
            <a:prstGeom prst="roundRect">
              <a:avLst>
                <a:gd name="adj" fmla="val 12941"/>
              </a:avLst>
            </a:prstGeom>
            <a:solidFill>
              <a:schemeClr val="accent1">
                <a:alpha val="18000"/>
              </a:schemeClr>
            </a:solidFill>
            <a:ln>
              <a:noFill/>
            </a:ln>
          </p:spPr>
        </p:sp>
        <p:sp>
          <p:nvSpPr>
            <p:cNvPr id="6" name="Rectangle 6"/>
            <p:cNvSpPr/>
            <p:nvPr/>
          </p:nvSpPr>
          <p:spPr>
            <a:xfrm>
              <a:off x="457200" y="1333500"/>
              <a:ext cx="5334000" cy="1619250"/>
            </a:xfrm>
            <a:prstGeom prst="roundRect">
              <a:avLst>
                <a:gd name="adj" fmla="val 12941"/>
              </a:avLst>
            </a:prstGeom>
            <a:solidFill>
              <a:srgbClr val="FFFFFF"/>
            </a:solidFill>
            <a:ln>
              <a:noFill/>
            </a:ln>
            <a:effectLst>
              <a:outerShdw blurRad="114300" dist="76200" dir="5400000" algn="ctr" rotWithShape="0">
                <a:srgbClr val="8A0010">
                  <a:alpha val="12000"/>
                </a:srgbClr>
              </a:outerShdw>
            </a:effectLst>
          </p:spPr>
        </p:sp>
        <p:grpSp>
          <p:nvGrpSpPr>
            <p:cNvPr id="9" name="Group 9"/>
            <p:cNvGrpSpPr/>
            <p:nvPr/>
          </p:nvGrpSpPr>
          <p:grpSpPr>
            <a:xfrm>
              <a:off x="790547" y="1840690"/>
              <a:ext cx="416742" cy="416763"/>
              <a:chOff x="790547" y="1840690"/>
              <a:chExt cx="416742" cy="416763"/>
            </a:xfrm>
          </p:grpSpPr>
          <p:sp>
            <p:nvSpPr>
              <p:cNvPr id="7" name="Freeform 7"/>
              <p:cNvSpPr/>
              <p:nvPr/>
            </p:nvSpPr>
            <p:spPr>
              <a:xfrm>
                <a:off x="1007269" y="1855746"/>
                <a:ext cx="183390" cy="184985"/>
              </a:xfrm>
              <a:custGeom>
                <a:avLst/>
                <a:gdLst/>
                <a:ahLst/>
                <a:cxnLst/>
                <a:rect l="l" t="t" r="r" b="b"/>
                <a:pathLst>
                  <a:path w="183390" h="184985">
                    <a:moveTo>
                      <a:pt x="178481" y="123186"/>
                    </a:moveTo>
                    <a:lnTo>
                      <a:pt x="116681" y="184985"/>
                    </a:lnTo>
                    <a:lnTo>
                      <a:pt x="0" y="68304"/>
                    </a:lnTo>
                    <a:lnTo>
                      <a:pt x="61799" y="6504"/>
                    </a:lnTo>
                    <a:cubicBezTo>
                      <a:pt x="68308" y="0"/>
                      <a:pt x="78856" y="0"/>
                      <a:pt x="85365" y="6504"/>
                    </a:cubicBezTo>
                    <a:lnTo>
                      <a:pt x="178481" y="99558"/>
                    </a:lnTo>
                    <a:cubicBezTo>
                      <a:pt x="181623" y="102686"/>
                      <a:pt x="183390" y="106937"/>
                      <a:pt x="183390" y="111372"/>
                    </a:cubicBezTo>
                    <a:cubicBezTo>
                      <a:pt x="183390" y="115806"/>
                      <a:pt x="181623" y="120057"/>
                      <a:pt x="178481" y="123186"/>
                    </a:cubicBezTo>
                    <a:close/>
                  </a:path>
                </a:pathLst>
              </a:custGeom>
              <a:solidFill>
                <a:schemeClr val="accent1">
                  <a:alpha val="20000"/>
                </a:schemeClr>
              </a:solidFill>
              <a:ln>
                <a:noFill/>
              </a:ln>
            </p:spPr>
          </p:sp>
          <p:sp>
            <p:nvSpPr>
              <p:cNvPr id="8" name="Freeform 8"/>
              <p:cNvSpPr/>
              <p:nvPr/>
            </p:nvSpPr>
            <p:spPr>
              <a:xfrm>
                <a:off x="790547" y="1840690"/>
                <a:ext cx="416742" cy="416763"/>
              </a:xfrm>
              <a:custGeom>
                <a:avLst/>
                <a:gdLst/>
                <a:ahLst/>
                <a:cxnLst/>
                <a:rect l="l" t="t" r="r" b="b"/>
                <a:pathLst>
                  <a:path w="416742" h="416763">
                    <a:moveTo>
                      <a:pt x="406975" y="102883"/>
                    </a:moveTo>
                    <a:lnTo>
                      <a:pt x="313880" y="9767"/>
                    </a:lnTo>
                    <a:cubicBezTo>
                      <a:pt x="307628" y="3513"/>
                      <a:pt x="299147" y="0"/>
                      <a:pt x="290304" y="0"/>
                    </a:cubicBezTo>
                    <a:cubicBezTo>
                      <a:pt x="281461" y="0"/>
                      <a:pt x="272980" y="3513"/>
                      <a:pt x="266728" y="9767"/>
                    </a:cubicBezTo>
                    <a:lnTo>
                      <a:pt x="9800" y="266716"/>
                    </a:lnTo>
                    <a:cubicBezTo>
                      <a:pt x="3520" y="272946"/>
                      <a:pt x="0" y="281435"/>
                      <a:pt x="28" y="290281"/>
                    </a:cubicBezTo>
                    <a:lnTo>
                      <a:pt x="28" y="383397"/>
                    </a:lnTo>
                    <a:cubicBezTo>
                      <a:pt x="28" y="401809"/>
                      <a:pt x="14954" y="416735"/>
                      <a:pt x="33366" y="416735"/>
                    </a:cubicBezTo>
                    <a:lnTo>
                      <a:pt x="126482" y="416735"/>
                    </a:lnTo>
                    <a:cubicBezTo>
                      <a:pt x="135328" y="416763"/>
                      <a:pt x="143817" y="413243"/>
                      <a:pt x="150047" y="406962"/>
                    </a:cubicBezTo>
                    <a:lnTo>
                      <a:pt x="406975" y="150035"/>
                    </a:lnTo>
                    <a:cubicBezTo>
                      <a:pt x="413229" y="143782"/>
                      <a:pt x="416742" y="135302"/>
                      <a:pt x="416742" y="126459"/>
                    </a:cubicBezTo>
                    <a:cubicBezTo>
                      <a:pt x="416742" y="117616"/>
                      <a:pt x="413229" y="109135"/>
                      <a:pt x="406975" y="102883"/>
                    </a:cubicBezTo>
                    <a:close/>
                    <a:moveTo>
                      <a:pt x="126482" y="383397"/>
                    </a:moveTo>
                    <a:lnTo>
                      <a:pt x="33366" y="383397"/>
                    </a:lnTo>
                    <a:lnTo>
                      <a:pt x="33366" y="290281"/>
                    </a:lnTo>
                    <a:lnTo>
                      <a:pt x="216722" y="106925"/>
                    </a:lnTo>
                    <a:lnTo>
                      <a:pt x="309838" y="200041"/>
                    </a:lnTo>
                    <a:close/>
                    <a:moveTo>
                      <a:pt x="333403" y="176455"/>
                    </a:moveTo>
                    <a:lnTo>
                      <a:pt x="240287" y="83360"/>
                    </a:lnTo>
                    <a:lnTo>
                      <a:pt x="290294" y="33353"/>
                    </a:lnTo>
                    <a:lnTo>
                      <a:pt x="383410" y="126448"/>
                    </a:lnTo>
                    <a:close/>
                  </a:path>
                </a:pathLst>
              </a:custGeom>
              <a:solidFill>
                <a:schemeClr val="accent1"/>
              </a:solidFill>
              <a:ln>
                <a:noFill/>
              </a:ln>
            </p:spPr>
          </p:sp>
        </p:grpSp>
        <p:sp>
          <p:nvSpPr>
            <p:cNvPr id="10" name="TextBox 10"/>
            <p:cNvSpPr txBox="1"/>
            <p:nvPr/>
          </p:nvSpPr>
          <p:spPr>
            <a:xfrm>
              <a:off x="1479804" y="1765300"/>
              <a:ext cx="585601"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1 NAME</a:t>
              </a:r>
            </a:p>
          </p:txBody>
        </p:sp>
        <p:sp>
          <p:nvSpPr>
            <p:cNvPr id="11" name="TextBox 11"/>
            <p:cNvSpPr txBox="1"/>
            <p:nvPr/>
          </p:nvSpPr>
          <p:spPr>
            <a:xfrm>
              <a:off x="1475232" y="2032000"/>
              <a:ext cx="2480756" cy="410718"/>
            </a:xfrm>
            <a:prstGeom prst="rect">
              <a:avLst/>
            </a:prstGeom>
            <a:noFill/>
            <a:ln>
              <a:noFill/>
            </a:ln>
          </p:spPr>
          <p:txBody>
            <a:bodyPr wrap="none" lIns="0" tIns="0" rIns="0" bIns="0" anchor="t" anchorCtr="0">
              <a:spAutoFit/>
            </a:bodyPr>
            <a:lstStyle/>
            <a:p>
              <a:pPr algn="l"/>
              <a:r>
                <a:rPr lang="en" sz="2100" b="1" dirty="0">
                  <a:solidFill>
                    <a:schemeClr val="dk1"/>
                  </a:solidFill>
                  <a:latin typeface="+mn-lt"/>
                  <a:ea typeface="+mn-ea"/>
                  <a:cs typeface="+mn-cs"/>
                </a:rPr>
                <a:t>Short, like EDD guru.</a:t>
              </a:r>
            </a:p>
          </p:txBody>
        </p:sp>
        <p:sp>
          <p:nvSpPr>
            <p:cNvPr id="12" name="Rectangle 12"/>
            <p:cNvSpPr/>
            <p:nvPr/>
          </p:nvSpPr>
          <p:spPr>
            <a:xfrm>
              <a:off x="6229350" y="1466850"/>
              <a:ext cx="5334000" cy="1619250"/>
            </a:xfrm>
            <a:prstGeom prst="roundRect">
              <a:avLst>
                <a:gd name="adj" fmla="val 12941"/>
              </a:avLst>
            </a:prstGeom>
            <a:solidFill>
              <a:schemeClr val="accent1">
                <a:alpha val="18000"/>
              </a:schemeClr>
            </a:solidFill>
            <a:ln>
              <a:noFill/>
            </a:ln>
          </p:spPr>
        </p:sp>
        <p:sp>
          <p:nvSpPr>
            <p:cNvPr id="13" name="Rectangle 13"/>
            <p:cNvSpPr/>
            <p:nvPr/>
          </p:nvSpPr>
          <p:spPr>
            <a:xfrm>
              <a:off x="6134100" y="1333500"/>
              <a:ext cx="5334000" cy="1619250"/>
            </a:xfrm>
            <a:prstGeom prst="roundRect">
              <a:avLst>
                <a:gd name="adj" fmla="val 12941"/>
              </a:avLst>
            </a:prstGeom>
            <a:solidFill>
              <a:srgbClr val="FFFFFF"/>
            </a:solidFill>
            <a:ln>
              <a:noFill/>
            </a:ln>
            <a:effectLst>
              <a:outerShdw blurRad="114300" dist="76200" dir="5400000" algn="ctr" rotWithShape="0">
                <a:srgbClr val="8A0010">
                  <a:alpha val="12000"/>
                </a:srgbClr>
              </a:outerShdw>
            </a:effectLst>
          </p:spPr>
        </p:sp>
        <p:grpSp>
          <p:nvGrpSpPr>
            <p:cNvPr id="16" name="Group 16"/>
            <p:cNvGrpSpPr/>
            <p:nvPr/>
          </p:nvGrpSpPr>
          <p:grpSpPr>
            <a:xfrm>
              <a:off x="6434053" y="1807369"/>
              <a:ext cx="483478" cy="483478"/>
              <a:chOff x="6434053" y="1807369"/>
              <a:chExt cx="483478" cy="483478"/>
            </a:xfrm>
          </p:grpSpPr>
          <p:sp>
            <p:nvSpPr>
              <p:cNvPr id="14" name="Freeform 14"/>
              <p:cNvSpPr/>
              <p:nvPr/>
            </p:nvSpPr>
            <p:spPr>
              <a:xfrm>
                <a:off x="6450812" y="1907387"/>
                <a:ext cx="366702" cy="366702"/>
              </a:xfrm>
              <a:custGeom>
                <a:avLst/>
                <a:gdLst/>
                <a:ahLst/>
                <a:cxnLst/>
                <a:rect l="l" t="t" r="r" b="b"/>
                <a:pathLst>
                  <a:path w="366702" h="366702">
                    <a:moveTo>
                      <a:pt x="355914" y="198832"/>
                    </a:moveTo>
                    <a:lnTo>
                      <a:pt x="241129" y="241129"/>
                    </a:lnTo>
                    <a:lnTo>
                      <a:pt x="198832" y="355914"/>
                    </a:lnTo>
                    <a:cubicBezTo>
                      <a:pt x="196439" y="362397"/>
                      <a:pt x="190261" y="366702"/>
                      <a:pt x="183351" y="366702"/>
                    </a:cubicBezTo>
                    <a:cubicBezTo>
                      <a:pt x="176441" y="366702"/>
                      <a:pt x="170263" y="362397"/>
                      <a:pt x="167870" y="355914"/>
                    </a:cubicBezTo>
                    <a:lnTo>
                      <a:pt x="125573" y="241129"/>
                    </a:lnTo>
                    <a:lnTo>
                      <a:pt x="10788" y="198832"/>
                    </a:lnTo>
                    <a:cubicBezTo>
                      <a:pt x="4305" y="196439"/>
                      <a:pt x="0" y="190261"/>
                      <a:pt x="0" y="183351"/>
                    </a:cubicBezTo>
                    <a:cubicBezTo>
                      <a:pt x="0" y="176441"/>
                      <a:pt x="4305" y="170263"/>
                      <a:pt x="10788" y="167870"/>
                    </a:cubicBezTo>
                    <a:lnTo>
                      <a:pt x="125573" y="125573"/>
                    </a:lnTo>
                    <a:lnTo>
                      <a:pt x="167870" y="10788"/>
                    </a:lnTo>
                    <a:cubicBezTo>
                      <a:pt x="170263" y="4305"/>
                      <a:pt x="176441" y="0"/>
                      <a:pt x="183351" y="0"/>
                    </a:cubicBezTo>
                    <a:cubicBezTo>
                      <a:pt x="190261" y="0"/>
                      <a:pt x="196439" y="4305"/>
                      <a:pt x="198832" y="10788"/>
                    </a:cubicBezTo>
                    <a:lnTo>
                      <a:pt x="241129" y="125573"/>
                    </a:lnTo>
                    <a:lnTo>
                      <a:pt x="355914" y="167870"/>
                    </a:lnTo>
                    <a:cubicBezTo>
                      <a:pt x="362397" y="170263"/>
                      <a:pt x="366702" y="176441"/>
                      <a:pt x="366702" y="183351"/>
                    </a:cubicBezTo>
                    <a:cubicBezTo>
                      <a:pt x="366702" y="190261"/>
                      <a:pt x="362397" y="196439"/>
                      <a:pt x="355914" y="198832"/>
                    </a:cubicBezTo>
                    <a:close/>
                  </a:path>
                </a:pathLst>
              </a:custGeom>
              <a:solidFill>
                <a:schemeClr val="accent1">
                  <a:alpha val="20000"/>
                </a:schemeClr>
              </a:solidFill>
              <a:ln>
                <a:noFill/>
              </a:ln>
            </p:spPr>
          </p:sp>
          <p:sp>
            <p:nvSpPr>
              <p:cNvPr id="15" name="Freeform 15"/>
              <p:cNvSpPr/>
              <p:nvPr/>
            </p:nvSpPr>
            <p:spPr>
              <a:xfrm>
                <a:off x="6434053" y="1807369"/>
                <a:ext cx="483478" cy="483478"/>
              </a:xfrm>
              <a:custGeom>
                <a:avLst/>
                <a:gdLst/>
                <a:ahLst/>
                <a:cxnLst/>
                <a:rect l="l" t="t" r="r" b="b"/>
                <a:pathLst>
                  <a:path w="483478" h="483478">
                    <a:moveTo>
                      <a:pt x="378424" y="252240"/>
                    </a:moveTo>
                    <a:lnTo>
                      <a:pt x="270952" y="212527"/>
                    </a:lnTo>
                    <a:lnTo>
                      <a:pt x="231364" y="104971"/>
                    </a:lnTo>
                    <a:cubicBezTo>
                      <a:pt x="226562" y="91926"/>
                      <a:pt x="214135" y="83259"/>
                      <a:pt x="200235" y="83259"/>
                    </a:cubicBezTo>
                    <a:cubicBezTo>
                      <a:pt x="186334" y="83259"/>
                      <a:pt x="173908" y="91926"/>
                      <a:pt x="169106" y="104971"/>
                    </a:cubicBezTo>
                    <a:lnTo>
                      <a:pt x="129268" y="212527"/>
                    </a:lnTo>
                    <a:lnTo>
                      <a:pt x="21712" y="252115"/>
                    </a:lnTo>
                    <a:cubicBezTo>
                      <a:pt x="8667" y="256917"/>
                      <a:pt x="0" y="269343"/>
                      <a:pt x="0" y="283244"/>
                    </a:cubicBezTo>
                    <a:cubicBezTo>
                      <a:pt x="0" y="297144"/>
                      <a:pt x="8667" y="309571"/>
                      <a:pt x="21712" y="314373"/>
                    </a:cubicBezTo>
                    <a:lnTo>
                      <a:pt x="129268" y="354211"/>
                    </a:lnTo>
                    <a:lnTo>
                      <a:pt x="168856" y="461766"/>
                    </a:lnTo>
                    <a:cubicBezTo>
                      <a:pt x="173658" y="474811"/>
                      <a:pt x="186084" y="483478"/>
                      <a:pt x="199985" y="483478"/>
                    </a:cubicBezTo>
                    <a:cubicBezTo>
                      <a:pt x="213885" y="483478"/>
                      <a:pt x="226312" y="474811"/>
                      <a:pt x="231114" y="461766"/>
                    </a:cubicBezTo>
                    <a:lnTo>
                      <a:pt x="270952" y="354211"/>
                    </a:lnTo>
                    <a:lnTo>
                      <a:pt x="378507" y="314623"/>
                    </a:lnTo>
                    <a:cubicBezTo>
                      <a:pt x="391552" y="309821"/>
                      <a:pt x="400219" y="297395"/>
                      <a:pt x="400219" y="283494"/>
                    </a:cubicBezTo>
                    <a:cubicBezTo>
                      <a:pt x="400219" y="269593"/>
                      <a:pt x="391552" y="257167"/>
                      <a:pt x="378507" y="252365"/>
                    </a:cubicBezTo>
                    <a:close/>
                    <a:moveTo>
                      <a:pt x="252200" y="325499"/>
                    </a:moveTo>
                    <a:cubicBezTo>
                      <a:pt x="247620" y="327187"/>
                      <a:pt x="244011" y="330796"/>
                      <a:pt x="242323" y="335375"/>
                    </a:cubicBezTo>
                    <a:lnTo>
                      <a:pt x="200110" y="449744"/>
                    </a:lnTo>
                    <a:lnTo>
                      <a:pt x="157979" y="335459"/>
                    </a:lnTo>
                    <a:cubicBezTo>
                      <a:pt x="156294" y="330830"/>
                      <a:pt x="152648" y="327184"/>
                      <a:pt x="148020" y="325499"/>
                    </a:cubicBezTo>
                    <a:lnTo>
                      <a:pt x="33735" y="283369"/>
                    </a:lnTo>
                    <a:lnTo>
                      <a:pt x="148020" y="241238"/>
                    </a:lnTo>
                    <a:cubicBezTo>
                      <a:pt x="152648" y="239553"/>
                      <a:pt x="156294" y="235907"/>
                      <a:pt x="157979" y="231279"/>
                    </a:cubicBezTo>
                    <a:lnTo>
                      <a:pt x="200110" y="116994"/>
                    </a:lnTo>
                    <a:lnTo>
                      <a:pt x="242240" y="231279"/>
                    </a:lnTo>
                    <a:cubicBezTo>
                      <a:pt x="243928" y="235858"/>
                      <a:pt x="247537" y="239468"/>
                      <a:pt x="252116" y="241155"/>
                    </a:cubicBezTo>
                    <a:lnTo>
                      <a:pt x="366485" y="283369"/>
                    </a:lnTo>
                    <a:close/>
                    <a:moveTo>
                      <a:pt x="266785" y="66675"/>
                    </a:moveTo>
                    <a:cubicBezTo>
                      <a:pt x="266785" y="57469"/>
                      <a:pt x="274248" y="50006"/>
                      <a:pt x="283453" y="50006"/>
                    </a:cubicBezTo>
                    <a:lnTo>
                      <a:pt x="316791" y="50006"/>
                    </a:lnTo>
                    <a:lnTo>
                      <a:pt x="316791" y="16669"/>
                    </a:lnTo>
                    <a:cubicBezTo>
                      <a:pt x="316791" y="7463"/>
                      <a:pt x="324254" y="0"/>
                      <a:pt x="333460" y="0"/>
                    </a:cubicBezTo>
                    <a:cubicBezTo>
                      <a:pt x="342666" y="0"/>
                      <a:pt x="350128" y="7463"/>
                      <a:pt x="350128" y="16669"/>
                    </a:cubicBezTo>
                    <a:lnTo>
                      <a:pt x="350128" y="50006"/>
                    </a:lnTo>
                    <a:lnTo>
                      <a:pt x="383466" y="50006"/>
                    </a:lnTo>
                    <a:cubicBezTo>
                      <a:pt x="392672" y="50006"/>
                      <a:pt x="400135" y="57469"/>
                      <a:pt x="400135" y="66675"/>
                    </a:cubicBezTo>
                    <a:cubicBezTo>
                      <a:pt x="400135" y="75881"/>
                      <a:pt x="392672" y="83344"/>
                      <a:pt x="383466" y="83344"/>
                    </a:cubicBezTo>
                    <a:lnTo>
                      <a:pt x="350128" y="83344"/>
                    </a:lnTo>
                    <a:lnTo>
                      <a:pt x="350128" y="116681"/>
                    </a:lnTo>
                    <a:cubicBezTo>
                      <a:pt x="350128" y="125887"/>
                      <a:pt x="342666" y="133350"/>
                      <a:pt x="333460" y="133350"/>
                    </a:cubicBezTo>
                    <a:cubicBezTo>
                      <a:pt x="324254" y="133350"/>
                      <a:pt x="316791" y="125887"/>
                      <a:pt x="316791" y="116681"/>
                    </a:cubicBezTo>
                    <a:lnTo>
                      <a:pt x="316791" y="83344"/>
                    </a:lnTo>
                    <a:lnTo>
                      <a:pt x="283453" y="83344"/>
                    </a:lnTo>
                    <a:cubicBezTo>
                      <a:pt x="274248" y="83344"/>
                      <a:pt x="266785" y="75881"/>
                      <a:pt x="266785" y="66675"/>
                    </a:cubicBezTo>
                    <a:close/>
                    <a:moveTo>
                      <a:pt x="483478" y="166688"/>
                    </a:moveTo>
                    <a:cubicBezTo>
                      <a:pt x="483478" y="175893"/>
                      <a:pt x="476016" y="183356"/>
                      <a:pt x="466810" y="183356"/>
                    </a:cubicBezTo>
                    <a:lnTo>
                      <a:pt x="450141" y="183356"/>
                    </a:lnTo>
                    <a:lnTo>
                      <a:pt x="450141" y="200025"/>
                    </a:lnTo>
                    <a:cubicBezTo>
                      <a:pt x="450141" y="209231"/>
                      <a:pt x="442678" y="216694"/>
                      <a:pt x="433472" y="216694"/>
                    </a:cubicBezTo>
                    <a:cubicBezTo>
                      <a:pt x="424266" y="216694"/>
                      <a:pt x="416803" y="209231"/>
                      <a:pt x="416803" y="200025"/>
                    </a:cubicBezTo>
                    <a:lnTo>
                      <a:pt x="416803" y="183356"/>
                    </a:lnTo>
                    <a:lnTo>
                      <a:pt x="400135" y="183356"/>
                    </a:lnTo>
                    <a:cubicBezTo>
                      <a:pt x="390929" y="183356"/>
                      <a:pt x="383466" y="175893"/>
                      <a:pt x="383466" y="166688"/>
                    </a:cubicBezTo>
                    <a:cubicBezTo>
                      <a:pt x="383466" y="157482"/>
                      <a:pt x="390929" y="150019"/>
                      <a:pt x="400135" y="150019"/>
                    </a:cubicBezTo>
                    <a:lnTo>
                      <a:pt x="416803" y="150019"/>
                    </a:lnTo>
                    <a:lnTo>
                      <a:pt x="416803" y="133350"/>
                    </a:lnTo>
                    <a:cubicBezTo>
                      <a:pt x="416803" y="124144"/>
                      <a:pt x="424266" y="116681"/>
                      <a:pt x="433472" y="116681"/>
                    </a:cubicBezTo>
                    <a:cubicBezTo>
                      <a:pt x="442678" y="116681"/>
                      <a:pt x="450141" y="124144"/>
                      <a:pt x="450141" y="133350"/>
                    </a:cubicBezTo>
                    <a:lnTo>
                      <a:pt x="450141" y="150019"/>
                    </a:lnTo>
                    <a:lnTo>
                      <a:pt x="466810" y="150019"/>
                    </a:lnTo>
                    <a:cubicBezTo>
                      <a:pt x="476016" y="150019"/>
                      <a:pt x="483478" y="157482"/>
                      <a:pt x="483478" y="166688"/>
                    </a:cubicBezTo>
                    <a:close/>
                  </a:path>
                </a:pathLst>
              </a:custGeom>
              <a:solidFill>
                <a:schemeClr val="accent1"/>
              </a:solidFill>
              <a:ln>
                <a:noFill/>
              </a:ln>
            </p:spPr>
          </p:sp>
        </p:grpSp>
        <p:sp>
          <p:nvSpPr>
            <p:cNvPr id="17" name="TextBox 17"/>
            <p:cNvSpPr txBox="1"/>
            <p:nvPr/>
          </p:nvSpPr>
          <p:spPr>
            <a:xfrm>
              <a:off x="7156704" y="1765300"/>
              <a:ext cx="1181780"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2 WHAT IT DOES</a:t>
              </a:r>
            </a:p>
          </p:txBody>
        </p:sp>
        <p:sp>
          <p:nvSpPr>
            <p:cNvPr id="18" name="TextBox 18"/>
            <p:cNvSpPr txBox="1"/>
            <p:nvPr/>
          </p:nvSpPr>
          <p:spPr>
            <a:xfrm>
              <a:off x="7152132" y="2032000"/>
              <a:ext cx="3068461" cy="410718"/>
            </a:xfrm>
            <a:prstGeom prst="rect">
              <a:avLst/>
            </a:prstGeom>
            <a:noFill/>
            <a:ln>
              <a:noFill/>
            </a:ln>
          </p:spPr>
          <p:txBody>
            <a:bodyPr wrap="none" lIns="0" tIns="0" rIns="0" bIns="0" anchor="t" anchorCtr="0">
              <a:spAutoFit/>
            </a:bodyPr>
            <a:lstStyle/>
            <a:p>
              <a:pPr algn="l"/>
              <a:r>
                <a:rPr lang="en" sz="2100" b="1" dirty="0">
                  <a:solidFill>
                    <a:schemeClr val="dk1"/>
                  </a:solidFill>
                  <a:latin typeface="+mn-lt"/>
                  <a:ea typeface="+mn-ea"/>
                  <a:cs typeface="+mn-cs"/>
                </a:rPr>
                <a:t>The job, as your assistant.</a:t>
              </a:r>
            </a:p>
          </p:txBody>
        </p:sp>
        <p:sp>
          <p:nvSpPr>
            <p:cNvPr id="19" name="Rectangle 19"/>
            <p:cNvSpPr/>
            <p:nvPr/>
          </p:nvSpPr>
          <p:spPr>
            <a:xfrm>
              <a:off x="552450" y="3295650"/>
              <a:ext cx="5334000" cy="1619250"/>
            </a:xfrm>
            <a:prstGeom prst="roundRect">
              <a:avLst>
                <a:gd name="adj" fmla="val 12941"/>
              </a:avLst>
            </a:prstGeom>
            <a:solidFill>
              <a:schemeClr val="accent1">
                <a:alpha val="18000"/>
              </a:schemeClr>
            </a:solidFill>
            <a:ln>
              <a:noFill/>
            </a:ln>
          </p:spPr>
        </p:sp>
        <p:sp>
          <p:nvSpPr>
            <p:cNvPr id="20" name="Rectangle 20"/>
            <p:cNvSpPr/>
            <p:nvPr/>
          </p:nvSpPr>
          <p:spPr>
            <a:xfrm>
              <a:off x="457200" y="3162300"/>
              <a:ext cx="5334000" cy="1619250"/>
            </a:xfrm>
            <a:prstGeom prst="roundRect">
              <a:avLst>
                <a:gd name="adj" fmla="val 12941"/>
              </a:avLst>
            </a:prstGeom>
            <a:solidFill>
              <a:srgbClr val="FFFFFF"/>
            </a:solidFill>
            <a:ln>
              <a:noFill/>
            </a:ln>
            <a:effectLst>
              <a:outerShdw blurRad="114300" dist="76200" dir="5400000" algn="ctr" rotWithShape="0">
                <a:srgbClr val="8A0010">
                  <a:alpha val="12000"/>
                </a:srgbClr>
              </a:outerShdw>
            </a:effectLst>
          </p:spPr>
        </p:sp>
        <p:grpSp>
          <p:nvGrpSpPr>
            <p:cNvPr id="23" name="Group 23"/>
            <p:cNvGrpSpPr/>
            <p:nvPr/>
          </p:nvGrpSpPr>
          <p:grpSpPr>
            <a:xfrm>
              <a:off x="740090" y="3719512"/>
              <a:ext cx="501020" cy="333375"/>
              <a:chOff x="740090" y="3719512"/>
              <a:chExt cx="501020" cy="333375"/>
            </a:xfrm>
          </p:grpSpPr>
          <p:sp>
            <p:nvSpPr>
              <p:cNvPr id="21" name="Freeform 21"/>
              <p:cNvSpPr/>
              <p:nvPr/>
            </p:nvSpPr>
            <p:spPr>
              <a:xfrm>
                <a:off x="757238" y="3736181"/>
                <a:ext cx="466725" cy="300038"/>
              </a:xfrm>
              <a:custGeom>
                <a:avLst/>
                <a:gdLst/>
                <a:ahLst/>
                <a:cxnLst/>
                <a:rect l="l" t="t" r="r" b="b"/>
                <a:pathLst>
                  <a:path w="466725" h="300038">
                    <a:moveTo>
                      <a:pt x="233362" y="0"/>
                    </a:moveTo>
                    <a:cubicBezTo>
                      <a:pt x="66675" y="0"/>
                      <a:pt x="0" y="150019"/>
                      <a:pt x="0" y="150019"/>
                    </a:cubicBezTo>
                    <a:cubicBezTo>
                      <a:pt x="0" y="150019"/>
                      <a:pt x="66675" y="300038"/>
                      <a:pt x="233362" y="300038"/>
                    </a:cubicBezTo>
                    <a:cubicBezTo>
                      <a:pt x="400050" y="300038"/>
                      <a:pt x="466725" y="150019"/>
                      <a:pt x="466725" y="150019"/>
                    </a:cubicBezTo>
                    <a:cubicBezTo>
                      <a:pt x="466725" y="150019"/>
                      <a:pt x="400050" y="0"/>
                      <a:pt x="233362" y="0"/>
                    </a:cubicBezTo>
                    <a:close/>
                    <a:moveTo>
                      <a:pt x="233362" y="233362"/>
                    </a:moveTo>
                    <a:cubicBezTo>
                      <a:pt x="187333" y="233362"/>
                      <a:pt x="150019" y="196048"/>
                      <a:pt x="150019" y="150019"/>
                    </a:cubicBezTo>
                    <a:cubicBezTo>
                      <a:pt x="150019" y="103989"/>
                      <a:pt x="187333" y="66675"/>
                      <a:pt x="233362" y="66675"/>
                    </a:cubicBezTo>
                    <a:cubicBezTo>
                      <a:pt x="279392" y="66675"/>
                      <a:pt x="316706" y="103989"/>
                      <a:pt x="316706" y="150019"/>
                    </a:cubicBezTo>
                    <a:cubicBezTo>
                      <a:pt x="316706" y="196048"/>
                      <a:pt x="279392" y="233362"/>
                      <a:pt x="233362" y="233362"/>
                    </a:cubicBezTo>
                    <a:close/>
                  </a:path>
                </a:pathLst>
              </a:custGeom>
              <a:solidFill>
                <a:schemeClr val="accent1">
                  <a:alpha val="20000"/>
                </a:schemeClr>
              </a:solidFill>
              <a:ln>
                <a:noFill/>
              </a:ln>
            </p:spPr>
          </p:sp>
          <p:sp>
            <p:nvSpPr>
              <p:cNvPr id="22" name="Freeform 22"/>
              <p:cNvSpPr/>
              <p:nvPr/>
            </p:nvSpPr>
            <p:spPr>
              <a:xfrm>
                <a:off x="740090" y="3719512"/>
                <a:ext cx="501020" cy="333375"/>
              </a:xfrm>
              <a:custGeom>
                <a:avLst/>
                <a:gdLst/>
                <a:ahLst/>
                <a:cxnLst/>
                <a:rect l="l" t="t" r="r" b="b"/>
                <a:pathLst>
                  <a:path w="501020" h="333375">
                    <a:moveTo>
                      <a:pt x="499104" y="159937"/>
                    </a:moveTo>
                    <a:cubicBezTo>
                      <a:pt x="498375" y="158291"/>
                      <a:pt x="480726" y="119140"/>
                      <a:pt x="441492" y="79906"/>
                    </a:cubicBezTo>
                    <a:cubicBezTo>
                      <a:pt x="389215" y="27628"/>
                      <a:pt x="323186" y="0"/>
                      <a:pt x="250510" y="0"/>
                    </a:cubicBezTo>
                    <a:cubicBezTo>
                      <a:pt x="177834" y="0"/>
                      <a:pt x="111805" y="27628"/>
                      <a:pt x="59528" y="79906"/>
                    </a:cubicBezTo>
                    <a:cubicBezTo>
                      <a:pt x="20294" y="119140"/>
                      <a:pt x="2563" y="158353"/>
                      <a:pt x="1917" y="159937"/>
                    </a:cubicBezTo>
                    <a:cubicBezTo>
                      <a:pt x="0" y="164248"/>
                      <a:pt x="0" y="169169"/>
                      <a:pt x="1917" y="173480"/>
                    </a:cubicBezTo>
                    <a:cubicBezTo>
                      <a:pt x="2646" y="175126"/>
                      <a:pt x="20294" y="214256"/>
                      <a:pt x="59528" y="253490"/>
                    </a:cubicBezTo>
                    <a:cubicBezTo>
                      <a:pt x="111805" y="305747"/>
                      <a:pt x="177834" y="333375"/>
                      <a:pt x="250510" y="333375"/>
                    </a:cubicBezTo>
                    <a:cubicBezTo>
                      <a:pt x="323186" y="333375"/>
                      <a:pt x="389215" y="305747"/>
                      <a:pt x="441492" y="253490"/>
                    </a:cubicBezTo>
                    <a:cubicBezTo>
                      <a:pt x="480726" y="214256"/>
                      <a:pt x="498375" y="175126"/>
                      <a:pt x="499104" y="173480"/>
                    </a:cubicBezTo>
                    <a:cubicBezTo>
                      <a:pt x="501020" y="169169"/>
                      <a:pt x="501020" y="164248"/>
                      <a:pt x="499104" y="159937"/>
                    </a:cubicBezTo>
                    <a:close/>
                    <a:moveTo>
                      <a:pt x="250510" y="300038"/>
                    </a:moveTo>
                    <a:cubicBezTo>
                      <a:pt x="186377" y="300038"/>
                      <a:pt x="130349" y="276722"/>
                      <a:pt x="83969" y="230758"/>
                    </a:cubicBezTo>
                    <a:cubicBezTo>
                      <a:pt x="64938" y="211833"/>
                      <a:pt x="48747" y="190252"/>
                      <a:pt x="35900" y="166688"/>
                    </a:cubicBezTo>
                    <a:cubicBezTo>
                      <a:pt x="48744" y="143121"/>
                      <a:pt x="64935" y="121540"/>
                      <a:pt x="83969" y="102617"/>
                    </a:cubicBezTo>
                    <a:cubicBezTo>
                      <a:pt x="130349" y="56653"/>
                      <a:pt x="186377" y="33338"/>
                      <a:pt x="250510" y="33338"/>
                    </a:cubicBezTo>
                    <a:cubicBezTo>
                      <a:pt x="314643" y="33338"/>
                      <a:pt x="370671" y="56653"/>
                      <a:pt x="417052" y="102617"/>
                    </a:cubicBezTo>
                    <a:cubicBezTo>
                      <a:pt x="436120" y="121535"/>
                      <a:pt x="452346" y="143116"/>
                      <a:pt x="465225" y="166688"/>
                    </a:cubicBezTo>
                    <a:cubicBezTo>
                      <a:pt x="450202" y="194733"/>
                      <a:pt x="384756" y="300038"/>
                      <a:pt x="250510" y="300038"/>
                    </a:cubicBezTo>
                    <a:close/>
                    <a:moveTo>
                      <a:pt x="250510" y="66675"/>
                    </a:moveTo>
                    <a:cubicBezTo>
                      <a:pt x="195275" y="66675"/>
                      <a:pt x="150498" y="111452"/>
                      <a:pt x="150498" y="166688"/>
                    </a:cubicBezTo>
                    <a:cubicBezTo>
                      <a:pt x="150498" y="221923"/>
                      <a:pt x="195275" y="266700"/>
                      <a:pt x="250510" y="266700"/>
                    </a:cubicBezTo>
                    <a:cubicBezTo>
                      <a:pt x="305746" y="266700"/>
                      <a:pt x="350523" y="221923"/>
                      <a:pt x="350523" y="166688"/>
                    </a:cubicBezTo>
                    <a:cubicBezTo>
                      <a:pt x="350465" y="111476"/>
                      <a:pt x="305722" y="66732"/>
                      <a:pt x="250510" y="66675"/>
                    </a:cubicBezTo>
                    <a:close/>
                    <a:moveTo>
                      <a:pt x="250510" y="233362"/>
                    </a:moveTo>
                    <a:cubicBezTo>
                      <a:pt x="213687" y="233362"/>
                      <a:pt x="183835" y="203511"/>
                      <a:pt x="183835" y="166688"/>
                    </a:cubicBezTo>
                    <a:cubicBezTo>
                      <a:pt x="183835" y="129864"/>
                      <a:pt x="213687" y="100012"/>
                      <a:pt x="250510" y="100012"/>
                    </a:cubicBezTo>
                    <a:cubicBezTo>
                      <a:pt x="287334" y="100012"/>
                      <a:pt x="317185" y="129864"/>
                      <a:pt x="317185" y="166688"/>
                    </a:cubicBezTo>
                    <a:cubicBezTo>
                      <a:pt x="317185" y="203511"/>
                      <a:pt x="287334" y="233362"/>
                      <a:pt x="250510" y="233362"/>
                    </a:cubicBezTo>
                    <a:close/>
                  </a:path>
                </a:pathLst>
              </a:custGeom>
              <a:solidFill>
                <a:schemeClr val="accent1"/>
              </a:solidFill>
              <a:ln>
                <a:noFill/>
              </a:ln>
            </p:spPr>
          </p:sp>
        </p:grpSp>
        <p:sp>
          <p:nvSpPr>
            <p:cNvPr id="24" name="TextBox 24"/>
            <p:cNvSpPr txBox="1"/>
            <p:nvPr/>
          </p:nvSpPr>
          <p:spPr>
            <a:xfrm>
              <a:off x="1479804" y="3594100"/>
              <a:ext cx="1562978"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3 WHAT YOU RECEIVE</a:t>
              </a:r>
            </a:p>
          </p:txBody>
        </p:sp>
        <p:sp>
          <p:nvSpPr>
            <p:cNvPr id="25" name="TextBox 25"/>
            <p:cNvSpPr txBox="1"/>
            <p:nvPr/>
          </p:nvSpPr>
          <p:spPr>
            <a:xfrm>
              <a:off x="1475232" y="3860800"/>
              <a:ext cx="3078056" cy="410718"/>
            </a:xfrm>
            <a:prstGeom prst="rect">
              <a:avLst/>
            </a:prstGeom>
            <a:noFill/>
            <a:ln>
              <a:noFill/>
            </a:ln>
          </p:spPr>
          <p:txBody>
            <a:bodyPr wrap="none" lIns="0" tIns="0" rIns="0" bIns="0" anchor="t" anchorCtr="0">
              <a:spAutoFit/>
            </a:bodyPr>
            <a:lstStyle/>
            <a:p>
              <a:pPr algn="l"/>
              <a:r>
                <a:rPr lang="en" sz="2100" b="1" dirty="0">
                  <a:solidFill>
                    <a:schemeClr val="dk1"/>
                  </a:solidFill>
                  <a:latin typeface="+mn-lt"/>
                  <a:ea typeface="+mn-ea"/>
                  <a:cs typeface="+mn-cs"/>
                </a:rPr>
                <a:t>What you see or get back.</a:t>
              </a:r>
            </a:p>
          </p:txBody>
        </p:sp>
        <p:sp>
          <p:nvSpPr>
            <p:cNvPr id="26" name="Rectangle 26"/>
            <p:cNvSpPr/>
            <p:nvPr/>
          </p:nvSpPr>
          <p:spPr>
            <a:xfrm>
              <a:off x="6229350" y="3295650"/>
              <a:ext cx="5334000" cy="1619250"/>
            </a:xfrm>
            <a:prstGeom prst="roundRect">
              <a:avLst>
                <a:gd name="adj" fmla="val 12941"/>
              </a:avLst>
            </a:prstGeom>
            <a:solidFill>
              <a:schemeClr val="accent1">
                <a:alpha val="18000"/>
              </a:schemeClr>
            </a:solidFill>
            <a:ln>
              <a:noFill/>
            </a:ln>
          </p:spPr>
        </p:sp>
        <p:sp>
          <p:nvSpPr>
            <p:cNvPr id="27" name="Rectangle 27"/>
            <p:cNvSpPr/>
            <p:nvPr/>
          </p:nvSpPr>
          <p:spPr>
            <a:xfrm>
              <a:off x="6134100" y="3162300"/>
              <a:ext cx="5334000" cy="1619250"/>
            </a:xfrm>
            <a:prstGeom prst="roundRect">
              <a:avLst>
                <a:gd name="adj" fmla="val 12941"/>
              </a:avLst>
            </a:prstGeom>
            <a:solidFill>
              <a:srgbClr val="FFFFFF"/>
            </a:solidFill>
            <a:ln>
              <a:noFill/>
            </a:ln>
            <a:effectLst>
              <a:outerShdw blurRad="114300" dist="76200" dir="5400000" algn="ctr" rotWithShape="0">
                <a:srgbClr val="8A0010">
                  <a:alpha val="12000"/>
                </a:srgbClr>
              </a:outerShdw>
            </a:effectLst>
          </p:spPr>
        </p:sp>
        <p:grpSp>
          <p:nvGrpSpPr>
            <p:cNvPr id="30" name="Group 30"/>
            <p:cNvGrpSpPr/>
            <p:nvPr/>
          </p:nvGrpSpPr>
          <p:grpSpPr>
            <a:xfrm>
              <a:off x="6434138" y="3652838"/>
              <a:ext cx="466725" cy="466725"/>
              <a:chOff x="6434138" y="3652838"/>
              <a:chExt cx="466725" cy="466725"/>
            </a:xfrm>
          </p:grpSpPr>
          <p:sp>
            <p:nvSpPr>
              <p:cNvPr id="28" name="Freeform 28"/>
              <p:cNvSpPr/>
              <p:nvPr/>
            </p:nvSpPr>
            <p:spPr>
              <a:xfrm>
                <a:off x="6450806" y="3669506"/>
                <a:ext cx="433388" cy="433388"/>
              </a:xfrm>
              <a:custGeom>
                <a:avLst/>
                <a:gdLst/>
                <a:ahLst/>
                <a:cxnLst/>
                <a:rect l="l" t="t" r="r" b="b"/>
                <a:pathLst>
                  <a:path w="433388" h="433388">
                    <a:moveTo>
                      <a:pt x="433388" y="216694"/>
                    </a:moveTo>
                    <a:cubicBezTo>
                      <a:pt x="433388" y="242760"/>
                      <a:pt x="396258" y="262429"/>
                      <a:pt x="386132" y="286890"/>
                    </a:cubicBezTo>
                    <a:cubicBezTo>
                      <a:pt x="376380" y="310476"/>
                      <a:pt x="389090" y="350752"/>
                      <a:pt x="369921" y="369921"/>
                    </a:cubicBezTo>
                    <a:cubicBezTo>
                      <a:pt x="350752" y="389090"/>
                      <a:pt x="310476" y="376380"/>
                      <a:pt x="286890" y="386132"/>
                    </a:cubicBezTo>
                    <a:cubicBezTo>
                      <a:pt x="262533" y="396258"/>
                      <a:pt x="242739" y="433388"/>
                      <a:pt x="216694" y="433388"/>
                    </a:cubicBezTo>
                    <a:cubicBezTo>
                      <a:pt x="190649" y="433388"/>
                      <a:pt x="170855" y="396258"/>
                      <a:pt x="146497" y="386132"/>
                    </a:cubicBezTo>
                    <a:cubicBezTo>
                      <a:pt x="122911" y="376380"/>
                      <a:pt x="82635" y="389090"/>
                      <a:pt x="63466" y="369921"/>
                    </a:cubicBezTo>
                    <a:cubicBezTo>
                      <a:pt x="44297" y="350752"/>
                      <a:pt x="57007" y="310476"/>
                      <a:pt x="47256" y="286890"/>
                    </a:cubicBezTo>
                    <a:cubicBezTo>
                      <a:pt x="37130" y="262533"/>
                      <a:pt x="0" y="242739"/>
                      <a:pt x="0" y="216694"/>
                    </a:cubicBezTo>
                    <a:cubicBezTo>
                      <a:pt x="0" y="190649"/>
                      <a:pt x="37130" y="170855"/>
                      <a:pt x="47256" y="146497"/>
                    </a:cubicBezTo>
                    <a:cubicBezTo>
                      <a:pt x="57007" y="122932"/>
                      <a:pt x="44297" y="82635"/>
                      <a:pt x="63466" y="63466"/>
                    </a:cubicBezTo>
                    <a:cubicBezTo>
                      <a:pt x="82635" y="44297"/>
                      <a:pt x="122932" y="57007"/>
                      <a:pt x="146497" y="47256"/>
                    </a:cubicBezTo>
                    <a:cubicBezTo>
                      <a:pt x="170959" y="37130"/>
                      <a:pt x="190649" y="0"/>
                      <a:pt x="216694" y="0"/>
                    </a:cubicBezTo>
                    <a:cubicBezTo>
                      <a:pt x="242739" y="0"/>
                      <a:pt x="262533" y="37130"/>
                      <a:pt x="286890" y="47256"/>
                    </a:cubicBezTo>
                    <a:cubicBezTo>
                      <a:pt x="310476" y="57007"/>
                      <a:pt x="350752" y="44297"/>
                      <a:pt x="369921" y="63466"/>
                    </a:cubicBezTo>
                    <a:cubicBezTo>
                      <a:pt x="389090" y="82635"/>
                      <a:pt x="376380" y="122911"/>
                      <a:pt x="386132" y="146497"/>
                    </a:cubicBezTo>
                    <a:cubicBezTo>
                      <a:pt x="396258" y="170959"/>
                      <a:pt x="433388" y="190649"/>
                      <a:pt x="433388" y="216694"/>
                    </a:cubicBezTo>
                    <a:close/>
                  </a:path>
                </a:pathLst>
              </a:custGeom>
              <a:solidFill>
                <a:schemeClr val="accent1">
                  <a:alpha val="20000"/>
                </a:schemeClr>
              </a:solidFill>
              <a:ln>
                <a:noFill/>
              </a:ln>
            </p:spPr>
          </p:sp>
          <p:sp>
            <p:nvSpPr>
              <p:cNvPr id="29" name="Freeform 29"/>
              <p:cNvSpPr/>
              <p:nvPr/>
            </p:nvSpPr>
            <p:spPr>
              <a:xfrm>
                <a:off x="6434138" y="3652838"/>
                <a:ext cx="466725" cy="466725"/>
              </a:xfrm>
              <a:custGeom>
                <a:avLst/>
                <a:gdLst/>
                <a:ahLst/>
                <a:cxnLst/>
                <a:rect l="l" t="t" r="r" b="b"/>
                <a:pathLst>
                  <a:path w="466725" h="466725">
                    <a:moveTo>
                      <a:pt x="437263" y="180898"/>
                    </a:moveTo>
                    <a:cubicBezTo>
                      <a:pt x="429408" y="172688"/>
                      <a:pt x="421282" y="164229"/>
                      <a:pt x="418219" y="156790"/>
                    </a:cubicBezTo>
                    <a:cubicBezTo>
                      <a:pt x="415385" y="149977"/>
                      <a:pt x="415219" y="138684"/>
                      <a:pt x="415052" y="127745"/>
                    </a:cubicBezTo>
                    <a:cubicBezTo>
                      <a:pt x="414739" y="107409"/>
                      <a:pt x="414406" y="84365"/>
                      <a:pt x="398383" y="68342"/>
                    </a:cubicBezTo>
                    <a:cubicBezTo>
                      <a:pt x="382360" y="52319"/>
                      <a:pt x="359316" y="51986"/>
                      <a:pt x="338980" y="51673"/>
                    </a:cubicBezTo>
                    <a:cubicBezTo>
                      <a:pt x="328041" y="51506"/>
                      <a:pt x="316748" y="51340"/>
                      <a:pt x="309935" y="48506"/>
                    </a:cubicBezTo>
                    <a:cubicBezTo>
                      <a:pt x="302517" y="45443"/>
                      <a:pt x="294037" y="37317"/>
                      <a:pt x="285827" y="29462"/>
                    </a:cubicBezTo>
                    <a:cubicBezTo>
                      <a:pt x="271451" y="15648"/>
                      <a:pt x="255115" y="0"/>
                      <a:pt x="233362" y="0"/>
                    </a:cubicBezTo>
                    <a:cubicBezTo>
                      <a:pt x="211610" y="0"/>
                      <a:pt x="195295" y="15648"/>
                      <a:pt x="180898" y="29462"/>
                    </a:cubicBezTo>
                    <a:cubicBezTo>
                      <a:pt x="172688" y="37317"/>
                      <a:pt x="164229" y="45443"/>
                      <a:pt x="156790" y="48506"/>
                    </a:cubicBezTo>
                    <a:cubicBezTo>
                      <a:pt x="150019" y="51340"/>
                      <a:pt x="138684" y="51506"/>
                      <a:pt x="127745" y="51673"/>
                    </a:cubicBezTo>
                    <a:cubicBezTo>
                      <a:pt x="107409" y="51986"/>
                      <a:pt x="84365" y="52319"/>
                      <a:pt x="68342" y="68342"/>
                    </a:cubicBezTo>
                    <a:cubicBezTo>
                      <a:pt x="52319" y="84365"/>
                      <a:pt x="52090" y="107409"/>
                      <a:pt x="51673" y="127745"/>
                    </a:cubicBezTo>
                    <a:cubicBezTo>
                      <a:pt x="51506" y="138684"/>
                      <a:pt x="51340" y="149977"/>
                      <a:pt x="48506" y="156790"/>
                    </a:cubicBezTo>
                    <a:cubicBezTo>
                      <a:pt x="45443" y="164208"/>
                      <a:pt x="37317" y="172688"/>
                      <a:pt x="29462" y="180898"/>
                    </a:cubicBezTo>
                    <a:cubicBezTo>
                      <a:pt x="15648" y="195274"/>
                      <a:pt x="0" y="211610"/>
                      <a:pt x="0" y="233362"/>
                    </a:cubicBezTo>
                    <a:cubicBezTo>
                      <a:pt x="0" y="255115"/>
                      <a:pt x="15648" y="271430"/>
                      <a:pt x="29462" y="285827"/>
                    </a:cubicBezTo>
                    <a:cubicBezTo>
                      <a:pt x="37317" y="294037"/>
                      <a:pt x="45443" y="302496"/>
                      <a:pt x="48506" y="309935"/>
                    </a:cubicBezTo>
                    <a:cubicBezTo>
                      <a:pt x="51340" y="316748"/>
                      <a:pt x="51506" y="328041"/>
                      <a:pt x="51673" y="338980"/>
                    </a:cubicBezTo>
                    <a:cubicBezTo>
                      <a:pt x="51986" y="359316"/>
                      <a:pt x="52319" y="382360"/>
                      <a:pt x="68342" y="398383"/>
                    </a:cubicBezTo>
                    <a:cubicBezTo>
                      <a:pt x="84365" y="414406"/>
                      <a:pt x="107409" y="414739"/>
                      <a:pt x="127745" y="415052"/>
                    </a:cubicBezTo>
                    <a:cubicBezTo>
                      <a:pt x="138684" y="415219"/>
                      <a:pt x="149977" y="415385"/>
                      <a:pt x="156790" y="418219"/>
                    </a:cubicBezTo>
                    <a:cubicBezTo>
                      <a:pt x="164208" y="421282"/>
                      <a:pt x="172688" y="429408"/>
                      <a:pt x="180898" y="437263"/>
                    </a:cubicBezTo>
                    <a:cubicBezTo>
                      <a:pt x="195274" y="451077"/>
                      <a:pt x="211610" y="466725"/>
                      <a:pt x="233362" y="466725"/>
                    </a:cubicBezTo>
                    <a:cubicBezTo>
                      <a:pt x="255115" y="466725"/>
                      <a:pt x="271430" y="451077"/>
                      <a:pt x="285827" y="437263"/>
                    </a:cubicBezTo>
                    <a:cubicBezTo>
                      <a:pt x="294037" y="429408"/>
                      <a:pt x="302496" y="421282"/>
                      <a:pt x="309935" y="418219"/>
                    </a:cubicBezTo>
                    <a:cubicBezTo>
                      <a:pt x="316748" y="415385"/>
                      <a:pt x="328041" y="415219"/>
                      <a:pt x="338980" y="415052"/>
                    </a:cubicBezTo>
                    <a:cubicBezTo>
                      <a:pt x="359316" y="414739"/>
                      <a:pt x="382360" y="414406"/>
                      <a:pt x="398383" y="398383"/>
                    </a:cubicBezTo>
                    <a:cubicBezTo>
                      <a:pt x="414406" y="382360"/>
                      <a:pt x="414739" y="359316"/>
                      <a:pt x="415052" y="338980"/>
                    </a:cubicBezTo>
                    <a:cubicBezTo>
                      <a:pt x="415219" y="328041"/>
                      <a:pt x="415385" y="316748"/>
                      <a:pt x="418219" y="309935"/>
                    </a:cubicBezTo>
                    <a:cubicBezTo>
                      <a:pt x="421282" y="302517"/>
                      <a:pt x="429408" y="294037"/>
                      <a:pt x="437263" y="285827"/>
                    </a:cubicBezTo>
                    <a:cubicBezTo>
                      <a:pt x="451077" y="271451"/>
                      <a:pt x="466725" y="255115"/>
                      <a:pt x="466725" y="233362"/>
                    </a:cubicBezTo>
                    <a:cubicBezTo>
                      <a:pt x="466725" y="211610"/>
                      <a:pt x="451077" y="195295"/>
                      <a:pt x="437263" y="180898"/>
                    </a:cubicBezTo>
                    <a:close/>
                    <a:moveTo>
                      <a:pt x="413197" y="262762"/>
                    </a:moveTo>
                    <a:cubicBezTo>
                      <a:pt x="403217" y="273180"/>
                      <a:pt x="392882" y="283952"/>
                      <a:pt x="387403" y="297183"/>
                    </a:cubicBezTo>
                    <a:cubicBezTo>
                      <a:pt x="382152" y="309893"/>
                      <a:pt x="381923" y="324416"/>
                      <a:pt x="381714" y="338480"/>
                    </a:cubicBezTo>
                    <a:cubicBezTo>
                      <a:pt x="381506" y="353065"/>
                      <a:pt x="381277" y="368338"/>
                      <a:pt x="374797" y="374797"/>
                    </a:cubicBezTo>
                    <a:cubicBezTo>
                      <a:pt x="368317" y="381256"/>
                      <a:pt x="353148" y="381506"/>
                      <a:pt x="338480" y="381714"/>
                    </a:cubicBezTo>
                    <a:cubicBezTo>
                      <a:pt x="324416" y="381923"/>
                      <a:pt x="309893" y="382152"/>
                      <a:pt x="297183" y="387403"/>
                    </a:cubicBezTo>
                    <a:cubicBezTo>
                      <a:pt x="283952" y="392882"/>
                      <a:pt x="273180" y="403217"/>
                      <a:pt x="262762" y="413197"/>
                    </a:cubicBezTo>
                    <a:cubicBezTo>
                      <a:pt x="252344" y="423178"/>
                      <a:pt x="241697" y="433388"/>
                      <a:pt x="233362" y="433388"/>
                    </a:cubicBezTo>
                    <a:cubicBezTo>
                      <a:pt x="225028" y="433388"/>
                      <a:pt x="214298" y="423136"/>
                      <a:pt x="203963" y="413197"/>
                    </a:cubicBezTo>
                    <a:cubicBezTo>
                      <a:pt x="193628" y="403259"/>
                      <a:pt x="182773" y="392882"/>
                      <a:pt x="169542" y="387403"/>
                    </a:cubicBezTo>
                    <a:cubicBezTo>
                      <a:pt x="156832" y="382152"/>
                      <a:pt x="142309" y="381923"/>
                      <a:pt x="128245" y="381714"/>
                    </a:cubicBezTo>
                    <a:cubicBezTo>
                      <a:pt x="113660" y="381506"/>
                      <a:pt x="98387" y="381277"/>
                      <a:pt x="91928" y="374797"/>
                    </a:cubicBezTo>
                    <a:cubicBezTo>
                      <a:pt x="85469" y="368317"/>
                      <a:pt x="85219" y="353148"/>
                      <a:pt x="85011" y="338480"/>
                    </a:cubicBezTo>
                    <a:cubicBezTo>
                      <a:pt x="84802" y="324416"/>
                      <a:pt x="84573" y="309893"/>
                      <a:pt x="79322" y="297183"/>
                    </a:cubicBezTo>
                    <a:cubicBezTo>
                      <a:pt x="73843" y="283952"/>
                      <a:pt x="63508" y="273180"/>
                      <a:pt x="53528" y="262762"/>
                    </a:cubicBezTo>
                    <a:cubicBezTo>
                      <a:pt x="43547" y="252344"/>
                      <a:pt x="33338" y="241697"/>
                      <a:pt x="33338" y="233362"/>
                    </a:cubicBezTo>
                    <a:cubicBezTo>
                      <a:pt x="33338" y="225028"/>
                      <a:pt x="43589" y="214298"/>
                      <a:pt x="53528" y="203963"/>
                    </a:cubicBezTo>
                    <a:cubicBezTo>
                      <a:pt x="63466" y="193628"/>
                      <a:pt x="73843" y="182773"/>
                      <a:pt x="79322" y="169542"/>
                    </a:cubicBezTo>
                    <a:cubicBezTo>
                      <a:pt x="84573" y="156832"/>
                      <a:pt x="84802" y="142309"/>
                      <a:pt x="85011" y="128245"/>
                    </a:cubicBezTo>
                    <a:cubicBezTo>
                      <a:pt x="85219" y="113660"/>
                      <a:pt x="85448" y="98387"/>
                      <a:pt x="91928" y="91928"/>
                    </a:cubicBezTo>
                    <a:cubicBezTo>
                      <a:pt x="98408" y="85469"/>
                      <a:pt x="113577" y="85219"/>
                      <a:pt x="128245" y="85011"/>
                    </a:cubicBezTo>
                    <a:cubicBezTo>
                      <a:pt x="142309" y="84802"/>
                      <a:pt x="156832" y="84573"/>
                      <a:pt x="169542" y="79322"/>
                    </a:cubicBezTo>
                    <a:cubicBezTo>
                      <a:pt x="182773" y="73843"/>
                      <a:pt x="193545" y="63508"/>
                      <a:pt x="203963" y="53528"/>
                    </a:cubicBezTo>
                    <a:cubicBezTo>
                      <a:pt x="214381" y="43547"/>
                      <a:pt x="225028" y="33338"/>
                      <a:pt x="233362" y="33338"/>
                    </a:cubicBezTo>
                    <a:cubicBezTo>
                      <a:pt x="241697" y="33338"/>
                      <a:pt x="252427" y="43589"/>
                      <a:pt x="262762" y="53528"/>
                    </a:cubicBezTo>
                    <a:cubicBezTo>
                      <a:pt x="273097" y="63466"/>
                      <a:pt x="283952" y="73843"/>
                      <a:pt x="297183" y="79322"/>
                    </a:cubicBezTo>
                    <a:cubicBezTo>
                      <a:pt x="309893" y="84573"/>
                      <a:pt x="324416" y="84802"/>
                      <a:pt x="338480" y="85011"/>
                    </a:cubicBezTo>
                    <a:cubicBezTo>
                      <a:pt x="353065" y="85219"/>
                      <a:pt x="368338" y="85448"/>
                      <a:pt x="374797" y="91928"/>
                    </a:cubicBezTo>
                    <a:cubicBezTo>
                      <a:pt x="381256" y="98408"/>
                      <a:pt x="381506" y="113577"/>
                      <a:pt x="381714" y="128245"/>
                    </a:cubicBezTo>
                    <a:cubicBezTo>
                      <a:pt x="381923" y="142309"/>
                      <a:pt x="382152" y="156832"/>
                      <a:pt x="387403" y="169542"/>
                    </a:cubicBezTo>
                    <a:cubicBezTo>
                      <a:pt x="392882" y="182773"/>
                      <a:pt x="403217" y="193545"/>
                      <a:pt x="413197" y="203963"/>
                    </a:cubicBezTo>
                    <a:cubicBezTo>
                      <a:pt x="423178" y="214381"/>
                      <a:pt x="433388" y="225028"/>
                      <a:pt x="433388" y="233362"/>
                    </a:cubicBezTo>
                    <a:cubicBezTo>
                      <a:pt x="433388" y="241697"/>
                      <a:pt x="423136" y="252427"/>
                      <a:pt x="413197" y="262762"/>
                    </a:cubicBezTo>
                    <a:close/>
                    <a:moveTo>
                      <a:pt x="328499" y="171563"/>
                    </a:moveTo>
                    <a:cubicBezTo>
                      <a:pt x="331629" y="174690"/>
                      <a:pt x="333388" y="178932"/>
                      <a:pt x="333388" y="183356"/>
                    </a:cubicBezTo>
                    <a:cubicBezTo>
                      <a:pt x="333388" y="187780"/>
                      <a:pt x="331629" y="192023"/>
                      <a:pt x="328499" y="195149"/>
                    </a:cubicBezTo>
                    <a:lnTo>
                      <a:pt x="211818" y="311831"/>
                    </a:lnTo>
                    <a:cubicBezTo>
                      <a:pt x="208692" y="314961"/>
                      <a:pt x="204449" y="316719"/>
                      <a:pt x="200025" y="316719"/>
                    </a:cubicBezTo>
                    <a:cubicBezTo>
                      <a:pt x="195601" y="316719"/>
                      <a:pt x="191358" y="314961"/>
                      <a:pt x="188232" y="311831"/>
                    </a:cubicBezTo>
                    <a:lnTo>
                      <a:pt x="138226" y="261824"/>
                    </a:lnTo>
                    <a:cubicBezTo>
                      <a:pt x="131712" y="255311"/>
                      <a:pt x="131712" y="244751"/>
                      <a:pt x="138226" y="238238"/>
                    </a:cubicBezTo>
                    <a:cubicBezTo>
                      <a:pt x="144739" y="231725"/>
                      <a:pt x="155299" y="231725"/>
                      <a:pt x="161812" y="238238"/>
                    </a:cubicBezTo>
                    <a:lnTo>
                      <a:pt x="200025" y="276472"/>
                    </a:lnTo>
                    <a:lnTo>
                      <a:pt x="304913" y="171563"/>
                    </a:lnTo>
                    <a:cubicBezTo>
                      <a:pt x="308040" y="168433"/>
                      <a:pt x="312282" y="166674"/>
                      <a:pt x="316706" y="166674"/>
                    </a:cubicBezTo>
                    <a:cubicBezTo>
                      <a:pt x="321130" y="166674"/>
                      <a:pt x="325373" y="168433"/>
                      <a:pt x="328499" y="171563"/>
                    </a:cubicBezTo>
                    <a:close/>
                  </a:path>
                </a:pathLst>
              </a:custGeom>
              <a:solidFill>
                <a:schemeClr val="accent1"/>
              </a:solidFill>
              <a:ln>
                <a:noFill/>
              </a:ln>
            </p:spPr>
          </p:sp>
        </p:grpSp>
        <p:sp>
          <p:nvSpPr>
            <p:cNvPr id="31" name="TextBox 31"/>
            <p:cNvSpPr txBox="1"/>
            <p:nvPr/>
          </p:nvSpPr>
          <p:spPr>
            <a:xfrm>
              <a:off x="7156704" y="3594100"/>
              <a:ext cx="1034323"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4 THE BENEFIT</a:t>
              </a:r>
            </a:p>
          </p:txBody>
        </p:sp>
        <p:sp>
          <p:nvSpPr>
            <p:cNvPr id="32" name="TextBox 32"/>
            <p:cNvSpPr txBox="1"/>
            <p:nvPr/>
          </p:nvSpPr>
          <p:spPr>
            <a:xfrm>
              <a:off x="7152132" y="3860800"/>
              <a:ext cx="2547293" cy="410718"/>
            </a:xfrm>
            <a:prstGeom prst="rect">
              <a:avLst/>
            </a:prstGeom>
            <a:noFill/>
            <a:ln>
              <a:noFill/>
            </a:ln>
          </p:spPr>
          <p:txBody>
            <a:bodyPr wrap="none" lIns="0" tIns="0" rIns="0" bIns="0" anchor="t" anchorCtr="0">
              <a:spAutoFit/>
            </a:bodyPr>
            <a:lstStyle/>
            <a:p>
              <a:pPr algn="l"/>
              <a:r>
                <a:rPr lang="en" sz="2100" b="1" dirty="0">
                  <a:solidFill>
                    <a:schemeClr val="dk1"/>
                  </a:solidFill>
                  <a:latin typeface="+mn-lt"/>
                  <a:ea typeface="+mn-ea"/>
                  <a:cs typeface="+mn-cs"/>
                </a:rPr>
                <a:t>For you, or the client.</a:t>
              </a:r>
            </a:p>
          </p:txBody>
        </p:sp>
      </p:grpSp>
      <p:grpSp>
        <p:nvGrpSpPr>
          <p:cNvPr id="41" name="assistant"/>
          <p:cNvGrpSpPr/>
          <p:nvPr/>
        </p:nvGrpSpPr>
        <p:grpSpPr>
          <a:xfrm>
            <a:off x="457200" y="5276850"/>
            <a:ext cx="11182350" cy="1162050"/>
            <a:chOff x="457200" y="5276850"/>
            <a:chExt cx="11182350" cy="1162050"/>
          </a:xfrm>
        </p:grpSpPr>
        <p:sp>
          <p:nvSpPr>
            <p:cNvPr id="34" name="Rectangle 34"/>
            <p:cNvSpPr/>
            <p:nvPr/>
          </p:nvSpPr>
          <p:spPr>
            <a:xfrm>
              <a:off x="552450" y="5391150"/>
              <a:ext cx="11087100" cy="1047750"/>
            </a:xfrm>
            <a:prstGeom prst="roundRect">
              <a:avLst>
                <a:gd name="adj" fmla="val 20000"/>
              </a:avLst>
            </a:prstGeom>
            <a:solidFill>
              <a:schemeClr val="accent1">
                <a:alpha val="18000"/>
              </a:schemeClr>
            </a:solidFill>
            <a:ln>
              <a:noFill/>
            </a:ln>
          </p:spPr>
        </p:sp>
        <p:sp>
          <p:nvSpPr>
            <p:cNvPr id="35" name="Rectangle 35"/>
            <p:cNvSpPr/>
            <p:nvPr/>
          </p:nvSpPr>
          <p:spPr>
            <a:xfrm>
              <a:off x="457200" y="5276850"/>
              <a:ext cx="11087100" cy="1047750"/>
            </a:xfrm>
            <a:prstGeom prst="roundRect">
              <a:avLst>
                <a:gd name="adj" fmla="val 20000"/>
              </a:avLst>
            </a:prstGeom>
            <a:solidFill>
              <a:srgbClr val="FFFFFF"/>
            </a:solidFill>
            <a:ln>
              <a:noFill/>
            </a:ln>
            <a:effectLst>
              <a:outerShdw blurRad="114300" dist="76200" dir="5400000" algn="ctr" rotWithShape="0">
                <a:srgbClr val="8A0010">
                  <a:alpha val="12000"/>
                </a:srgbClr>
              </a:outerShdw>
            </a:effectLst>
          </p:spPr>
        </p:sp>
        <p:grpSp>
          <p:nvGrpSpPr>
            <p:cNvPr id="38" name="Group 38"/>
            <p:cNvGrpSpPr/>
            <p:nvPr/>
          </p:nvGrpSpPr>
          <p:grpSpPr>
            <a:xfrm>
              <a:off x="766762" y="5634038"/>
              <a:ext cx="371475" cy="342897"/>
              <a:chOff x="766762" y="5634038"/>
              <a:chExt cx="371475" cy="342897"/>
            </a:xfrm>
          </p:grpSpPr>
          <p:sp>
            <p:nvSpPr>
              <p:cNvPr id="36" name="Freeform 36"/>
              <p:cNvSpPr/>
              <p:nvPr/>
            </p:nvSpPr>
            <p:spPr>
              <a:xfrm>
                <a:off x="781050" y="5648325"/>
                <a:ext cx="342900" cy="314393"/>
              </a:xfrm>
              <a:custGeom>
                <a:avLst/>
                <a:gdLst/>
                <a:ahLst/>
                <a:cxnLst/>
                <a:rect l="l" t="t" r="r" b="b"/>
                <a:pathLst>
                  <a:path w="342900" h="314393">
                    <a:moveTo>
                      <a:pt x="342900" y="14288"/>
                    </a:moveTo>
                    <a:lnTo>
                      <a:pt x="342900" y="242888"/>
                    </a:lnTo>
                    <a:cubicBezTo>
                      <a:pt x="342900" y="250778"/>
                      <a:pt x="336503" y="257175"/>
                      <a:pt x="328612" y="257175"/>
                    </a:cubicBezTo>
                    <a:lnTo>
                      <a:pt x="212402" y="257175"/>
                    </a:lnTo>
                    <a:lnTo>
                      <a:pt x="183827" y="307181"/>
                    </a:lnTo>
                    <a:cubicBezTo>
                      <a:pt x="181285" y="311640"/>
                      <a:pt x="176547" y="314393"/>
                      <a:pt x="171414" y="314393"/>
                    </a:cubicBezTo>
                    <a:cubicBezTo>
                      <a:pt x="166282" y="314393"/>
                      <a:pt x="161544" y="311640"/>
                      <a:pt x="159002" y="307181"/>
                    </a:cubicBezTo>
                    <a:lnTo>
                      <a:pt x="130427" y="257175"/>
                    </a:lnTo>
                    <a:lnTo>
                      <a:pt x="14288" y="257175"/>
                    </a:lnTo>
                    <a:cubicBezTo>
                      <a:pt x="6397" y="257175"/>
                      <a:pt x="0" y="250778"/>
                      <a:pt x="0" y="242888"/>
                    </a:cubicBezTo>
                    <a:lnTo>
                      <a:pt x="0" y="14288"/>
                    </a:lnTo>
                    <a:cubicBezTo>
                      <a:pt x="0" y="6397"/>
                      <a:pt x="6397" y="0"/>
                      <a:pt x="14288" y="0"/>
                    </a:cubicBezTo>
                    <a:lnTo>
                      <a:pt x="328612" y="0"/>
                    </a:lnTo>
                    <a:cubicBezTo>
                      <a:pt x="336503" y="0"/>
                      <a:pt x="342900" y="6397"/>
                      <a:pt x="342900" y="14288"/>
                    </a:cubicBezTo>
                    <a:close/>
                  </a:path>
                </a:pathLst>
              </a:custGeom>
              <a:solidFill>
                <a:schemeClr val="accent1">
                  <a:alpha val="20000"/>
                </a:schemeClr>
              </a:solidFill>
              <a:ln>
                <a:noFill/>
              </a:ln>
            </p:spPr>
          </p:sp>
          <p:sp>
            <p:nvSpPr>
              <p:cNvPr id="37" name="Freeform 37"/>
              <p:cNvSpPr/>
              <p:nvPr/>
            </p:nvSpPr>
            <p:spPr>
              <a:xfrm>
                <a:off x="766762" y="5634038"/>
                <a:ext cx="371475" cy="342897"/>
              </a:xfrm>
              <a:custGeom>
                <a:avLst/>
                <a:gdLst/>
                <a:ahLst/>
                <a:cxnLst/>
                <a:rect l="l" t="t" r="r" b="b"/>
                <a:pathLst>
                  <a:path w="371475" h="342897">
                    <a:moveTo>
                      <a:pt x="164306" y="142875"/>
                    </a:moveTo>
                    <a:cubicBezTo>
                      <a:pt x="164306" y="131039"/>
                      <a:pt x="173901" y="121444"/>
                      <a:pt x="185738" y="121444"/>
                    </a:cubicBezTo>
                    <a:cubicBezTo>
                      <a:pt x="197574" y="121444"/>
                      <a:pt x="207169" y="131039"/>
                      <a:pt x="207169" y="142875"/>
                    </a:cubicBezTo>
                    <a:cubicBezTo>
                      <a:pt x="207169" y="154711"/>
                      <a:pt x="197574" y="164306"/>
                      <a:pt x="185738" y="164306"/>
                    </a:cubicBezTo>
                    <a:cubicBezTo>
                      <a:pt x="173901" y="164306"/>
                      <a:pt x="164306" y="154711"/>
                      <a:pt x="164306" y="142875"/>
                    </a:cubicBezTo>
                    <a:close/>
                    <a:moveTo>
                      <a:pt x="107156" y="164306"/>
                    </a:moveTo>
                    <a:cubicBezTo>
                      <a:pt x="118992" y="164306"/>
                      <a:pt x="128588" y="154711"/>
                      <a:pt x="128588" y="142875"/>
                    </a:cubicBezTo>
                    <a:cubicBezTo>
                      <a:pt x="128588" y="131039"/>
                      <a:pt x="118992" y="121444"/>
                      <a:pt x="107156" y="121444"/>
                    </a:cubicBezTo>
                    <a:cubicBezTo>
                      <a:pt x="95320" y="121444"/>
                      <a:pt x="85725" y="131039"/>
                      <a:pt x="85725" y="142875"/>
                    </a:cubicBezTo>
                    <a:cubicBezTo>
                      <a:pt x="85725" y="154711"/>
                      <a:pt x="95320" y="164306"/>
                      <a:pt x="107156" y="164306"/>
                    </a:cubicBezTo>
                    <a:close/>
                    <a:moveTo>
                      <a:pt x="264319" y="164306"/>
                    </a:moveTo>
                    <a:cubicBezTo>
                      <a:pt x="276155" y="164306"/>
                      <a:pt x="285750" y="154711"/>
                      <a:pt x="285750" y="142875"/>
                    </a:cubicBezTo>
                    <a:cubicBezTo>
                      <a:pt x="285750" y="131039"/>
                      <a:pt x="276155" y="121444"/>
                      <a:pt x="264319" y="121444"/>
                    </a:cubicBezTo>
                    <a:cubicBezTo>
                      <a:pt x="252483" y="121444"/>
                      <a:pt x="242888" y="131039"/>
                      <a:pt x="242888" y="142875"/>
                    </a:cubicBezTo>
                    <a:cubicBezTo>
                      <a:pt x="242888" y="154711"/>
                      <a:pt x="252483" y="164306"/>
                      <a:pt x="264319" y="164306"/>
                    </a:cubicBezTo>
                    <a:close/>
                    <a:moveTo>
                      <a:pt x="371475" y="28575"/>
                    </a:moveTo>
                    <a:lnTo>
                      <a:pt x="371475" y="257175"/>
                    </a:lnTo>
                    <a:cubicBezTo>
                      <a:pt x="371475" y="272957"/>
                      <a:pt x="358682" y="285750"/>
                      <a:pt x="342900" y="285750"/>
                    </a:cubicBezTo>
                    <a:lnTo>
                      <a:pt x="234976" y="285750"/>
                    </a:lnTo>
                    <a:lnTo>
                      <a:pt x="210544" y="328505"/>
                    </a:lnTo>
                    <a:cubicBezTo>
                      <a:pt x="205456" y="337405"/>
                      <a:pt x="195989" y="342897"/>
                      <a:pt x="185738" y="342897"/>
                    </a:cubicBezTo>
                    <a:cubicBezTo>
                      <a:pt x="175486" y="342897"/>
                      <a:pt x="166019" y="337405"/>
                      <a:pt x="160931" y="328505"/>
                    </a:cubicBezTo>
                    <a:lnTo>
                      <a:pt x="136499" y="285750"/>
                    </a:lnTo>
                    <a:lnTo>
                      <a:pt x="28575" y="285750"/>
                    </a:lnTo>
                    <a:cubicBezTo>
                      <a:pt x="12793" y="285750"/>
                      <a:pt x="0" y="272957"/>
                      <a:pt x="0" y="257175"/>
                    </a:cubicBezTo>
                    <a:lnTo>
                      <a:pt x="0" y="28575"/>
                    </a:lnTo>
                    <a:cubicBezTo>
                      <a:pt x="0" y="12793"/>
                      <a:pt x="12793" y="0"/>
                      <a:pt x="28575" y="0"/>
                    </a:cubicBezTo>
                    <a:lnTo>
                      <a:pt x="342900" y="0"/>
                    </a:lnTo>
                    <a:cubicBezTo>
                      <a:pt x="358682" y="0"/>
                      <a:pt x="371475" y="12793"/>
                      <a:pt x="371475" y="28575"/>
                    </a:cubicBezTo>
                    <a:close/>
                    <a:moveTo>
                      <a:pt x="342900" y="28575"/>
                    </a:moveTo>
                    <a:lnTo>
                      <a:pt x="28575" y="28575"/>
                    </a:lnTo>
                    <a:lnTo>
                      <a:pt x="28575" y="257175"/>
                    </a:lnTo>
                    <a:lnTo>
                      <a:pt x="144786" y="257175"/>
                    </a:lnTo>
                    <a:cubicBezTo>
                      <a:pt x="149936" y="257129"/>
                      <a:pt x="154713" y="259858"/>
                      <a:pt x="157288" y="264319"/>
                    </a:cubicBezTo>
                    <a:lnTo>
                      <a:pt x="185863" y="314325"/>
                    </a:lnTo>
                    <a:lnTo>
                      <a:pt x="214438" y="264319"/>
                    </a:lnTo>
                    <a:cubicBezTo>
                      <a:pt x="217013" y="259858"/>
                      <a:pt x="221789" y="257129"/>
                      <a:pt x="226939" y="257175"/>
                    </a:cubicBezTo>
                    <a:lnTo>
                      <a:pt x="342900" y="257175"/>
                    </a:lnTo>
                    <a:close/>
                  </a:path>
                </a:pathLst>
              </a:custGeom>
              <a:solidFill>
                <a:schemeClr val="accent1"/>
              </a:solidFill>
              <a:ln>
                <a:noFill/>
              </a:ln>
            </p:spPr>
          </p:sp>
        </p:grpSp>
        <p:sp>
          <p:nvSpPr>
            <p:cNvPr id="39" name="TextBox 39"/>
            <p:cNvSpPr txBox="1"/>
            <p:nvPr/>
          </p:nvSpPr>
          <p:spPr>
            <a:xfrm>
              <a:off x="1365504" y="5556250"/>
              <a:ext cx="975606"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AI ASSISTANT</a:t>
              </a:r>
            </a:p>
          </p:txBody>
        </p:sp>
        <p:sp>
          <p:nvSpPr>
            <p:cNvPr id="40" name="TextBox 40"/>
            <p:cNvSpPr txBox="1"/>
            <p:nvPr/>
          </p:nvSpPr>
          <p:spPr>
            <a:xfrm>
              <a:off x="1362456" y="5822950"/>
              <a:ext cx="8244474" cy="352044"/>
            </a:xfrm>
            <a:prstGeom prst="rect">
              <a:avLst/>
            </a:prstGeom>
            <a:noFill/>
            <a:ln>
              <a:noFill/>
            </a:ln>
          </p:spPr>
          <p:txBody>
            <a:bodyPr wrap="none" lIns="0" tIns="0" rIns="0" bIns="0" anchor="t" anchorCtr="0">
              <a:spAutoFit/>
            </a:bodyPr>
            <a:lstStyle/>
            <a:p>
              <a:pPr algn="l"/>
              <a:r>
                <a:rPr lang="en" sz="1800" dirty="0">
                  <a:solidFill>
                    <a:schemeClr val="dk1"/>
                  </a:solidFill>
                  <a:latin typeface="+mn-lt"/>
                  <a:ea typeface="+mn-ea"/>
                  <a:cs typeface="+mn-cs"/>
                </a:rPr>
                <a:t>Empty box: Get some inspiration. Written box: Refine prompt. Leave the painpoint.</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gradFill>
          <a:gsLst>
            <a:gs pos="0">
              <a:srgbClr val="FFF1F2"/>
            </a:gs>
            <a:gs pos="42000">
              <a:schemeClr val="lt2"/>
            </a:gs>
            <a:gs pos="100000">
              <a:schemeClr val="lt1"/>
            </a:gs>
          </a:gsLst>
          <a:lin ang="2700000" scaled="1"/>
        </a:gradFill>
        <a:effectLst/>
      </p:bgPr>
    </p:bg>
    <p:spTree>
      <p:nvGrpSpPr>
        <p:cNvPr id="1" name=""/>
        <p:cNvGrpSpPr/>
        <p:nvPr/>
      </p:nvGrpSpPr>
      <p:grpSpPr>
        <a:xfrm>
          <a:off x="0" y="0"/>
          <a:ext cx="0" cy="0"/>
          <a:chOff x="0" y="0"/>
          <a:chExt cx="0" cy="0"/>
        </a:xfrm>
      </p:grpSpPr>
      <p:grpSp>
        <p:nvGrpSpPr>
          <p:cNvPr id="4" name="header"/>
          <p:cNvGrpSpPr/>
          <p:nvPr/>
        </p:nvGrpSpPr>
        <p:grpSpPr>
          <a:xfrm>
            <a:off x="518160" y="260350"/>
            <a:ext cx="3885102" cy="847090"/>
            <a:chOff x="518160" y="260350"/>
            <a:chExt cx="3885102" cy="847090"/>
          </a:xfrm>
        </p:grpSpPr>
        <p:sp>
          <p:nvSpPr>
            <p:cNvPr id="2" name="TextBox 2"/>
            <p:cNvSpPr txBox="1"/>
            <p:nvPr/>
          </p:nvSpPr>
          <p:spPr>
            <a:xfrm>
              <a:off x="527304" y="260350"/>
              <a:ext cx="2796813"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APPENDIX · PRINT STEP 2 · 10 MINUTES</a:t>
              </a:r>
            </a:p>
          </p:txBody>
        </p:sp>
        <p:sp>
          <p:nvSpPr>
            <p:cNvPr id="3" name="TextBox 3"/>
            <p:cNvSpPr txBox="1"/>
            <p:nvPr/>
          </p:nvSpPr>
          <p:spPr>
            <a:xfrm>
              <a:off x="518160" y="520700"/>
              <a:ext cx="3885102" cy="586740"/>
            </a:xfrm>
            <a:prstGeom prst="rect">
              <a:avLst/>
            </a:prstGeom>
            <a:noFill/>
            <a:ln>
              <a:noFill/>
            </a:ln>
          </p:spPr>
          <p:txBody>
            <a:bodyPr wrap="none" lIns="0" tIns="0" rIns="0" bIns="0" anchor="t" anchorCtr="0">
              <a:spAutoFit/>
            </a:bodyPr>
            <a:lstStyle/>
            <a:p>
              <a:pPr algn="l"/>
              <a:r>
                <a:rPr lang="en" sz="3000" b="1" dirty="0">
                  <a:solidFill>
                    <a:schemeClr val="dk1"/>
                  </a:solidFill>
                  <a:latin typeface="+mn-lt"/>
                  <a:ea typeface="+mn-ea"/>
                  <a:cs typeface="+mn-cs"/>
                </a:rPr>
                <a:t>Three screens, in order</a:t>
              </a:r>
            </a:p>
          </p:txBody>
        </p:sp>
      </p:grpSp>
      <p:grpSp>
        <p:nvGrpSpPr>
          <p:cNvPr id="23" name="storyboard"/>
          <p:cNvGrpSpPr/>
          <p:nvPr/>
        </p:nvGrpSpPr>
        <p:grpSpPr>
          <a:xfrm>
            <a:off x="457200" y="1333500"/>
            <a:ext cx="11144250" cy="3371850"/>
            <a:chOff x="457200" y="1333500"/>
            <a:chExt cx="11144250" cy="3371850"/>
          </a:xfrm>
        </p:grpSpPr>
        <p:sp>
          <p:nvSpPr>
            <p:cNvPr id="5" name="Rectangle 5"/>
            <p:cNvSpPr/>
            <p:nvPr/>
          </p:nvSpPr>
          <p:spPr>
            <a:xfrm>
              <a:off x="552450" y="1466850"/>
              <a:ext cx="3429000" cy="3238500"/>
            </a:xfrm>
            <a:prstGeom prst="roundRect">
              <a:avLst>
                <a:gd name="adj" fmla="val 6471"/>
              </a:avLst>
            </a:prstGeom>
            <a:solidFill>
              <a:schemeClr val="accent1">
                <a:alpha val="18000"/>
              </a:schemeClr>
            </a:solidFill>
            <a:ln>
              <a:noFill/>
            </a:ln>
          </p:spPr>
        </p:sp>
        <p:sp>
          <p:nvSpPr>
            <p:cNvPr id="6" name="Rectangle 6"/>
            <p:cNvSpPr/>
            <p:nvPr/>
          </p:nvSpPr>
          <p:spPr>
            <a:xfrm>
              <a:off x="457200" y="1333500"/>
              <a:ext cx="3429000" cy="3238500"/>
            </a:xfrm>
            <a:prstGeom prst="roundRect">
              <a:avLst>
                <a:gd name="adj" fmla="val 6471"/>
              </a:avLst>
            </a:prstGeom>
            <a:solidFill>
              <a:srgbClr val="FFFFFF"/>
            </a:solidFill>
            <a:ln>
              <a:noFill/>
            </a:ln>
            <a:effectLst>
              <a:outerShdw blurRad="114300" dist="76200" dir="5400000" algn="ctr" rotWithShape="0">
                <a:srgbClr val="8A0010">
                  <a:alpha val="12000"/>
                </a:srgbClr>
              </a:outerShdw>
            </a:effectLst>
          </p:spPr>
        </p:sp>
        <p:sp>
          <p:nvSpPr>
            <p:cNvPr id="7" name="Rectangle 7"/>
            <p:cNvSpPr/>
            <p:nvPr/>
          </p:nvSpPr>
          <p:spPr>
            <a:xfrm>
              <a:off x="685800" y="1562100"/>
              <a:ext cx="2971800" cy="1428750"/>
            </a:xfrm>
            <a:prstGeom prst="roundRect">
              <a:avLst>
                <a:gd name="adj" fmla="val 10667"/>
              </a:avLst>
            </a:prstGeom>
            <a:solidFill>
              <a:schemeClr val="lt2"/>
            </a:solidFill>
            <a:ln>
              <a:noFill/>
            </a:ln>
          </p:spPr>
        </p:sp>
        <p:sp>
          <p:nvSpPr>
            <p:cNvPr id="8" name="TextBox 8"/>
            <p:cNvSpPr txBox="1"/>
            <p:nvPr/>
          </p:nvSpPr>
          <p:spPr>
            <a:xfrm>
              <a:off x="2054122" y="2082800"/>
              <a:ext cx="235156" cy="586740"/>
            </a:xfrm>
            <a:prstGeom prst="rect">
              <a:avLst/>
            </a:prstGeom>
            <a:noFill/>
            <a:ln>
              <a:noFill/>
            </a:ln>
          </p:spPr>
          <p:txBody>
            <a:bodyPr wrap="none" lIns="0" tIns="0" rIns="0" bIns="0" anchor="t" anchorCtr="0">
              <a:spAutoFit/>
            </a:bodyPr>
            <a:lstStyle/>
            <a:p>
              <a:pPr algn="ctr"/>
              <a:r>
                <a:rPr lang="en" sz="3000" b="1" dirty="0">
                  <a:solidFill>
                    <a:schemeClr val="accent1"/>
                  </a:solidFill>
                  <a:latin typeface="+mn-lt"/>
                  <a:ea typeface="+mn-ea"/>
                  <a:cs typeface="+mn-cs"/>
                </a:rPr>
                <a:t>1</a:t>
              </a:r>
            </a:p>
          </p:txBody>
        </p:sp>
        <p:sp>
          <p:nvSpPr>
            <p:cNvPr id="9" name="TextBox 9"/>
            <p:cNvSpPr txBox="1"/>
            <p:nvPr/>
          </p:nvSpPr>
          <p:spPr>
            <a:xfrm>
              <a:off x="1824039" y="3175000"/>
              <a:ext cx="695322" cy="410718"/>
            </a:xfrm>
            <a:prstGeom prst="rect">
              <a:avLst/>
            </a:prstGeom>
            <a:noFill/>
            <a:ln>
              <a:noFill/>
            </a:ln>
          </p:spPr>
          <p:txBody>
            <a:bodyPr wrap="none" lIns="0" tIns="0" rIns="0" bIns="0" anchor="t" anchorCtr="0">
              <a:spAutoFit/>
            </a:bodyPr>
            <a:lstStyle/>
            <a:p>
              <a:pPr algn="ctr"/>
              <a:r>
                <a:rPr lang="en" sz="2100" b="1" dirty="0">
                  <a:solidFill>
                    <a:schemeClr val="dk1"/>
                  </a:solidFill>
                  <a:latin typeface="+mn-lt"/>
                  <a:ea typeface="+mn-ea"/>
                  <a:cs typeface="+mn-cs"/>
                </a:rPr>
                <a:t>Write</a:t>
              </a:r>
            </a:p>
          </p:txBody>
        </p:sp>
        <p:sp>
          <p:nvSpPr>
            <p:cNvPr id="10" name="TextBox 10"/>
            <p:cNvSpPr txBox="1"/>
            <p:nvPr/>
          </p:nvSpPr>
          <p:spPr>
            <a:xfrm>
              <a:off x="1423877" y="3632200"/>
              <a:ext cx="1495646" cy="234696"/>
            </a:xfrm>
            <a:prstGeom prst="rect">
              <a:avLst/>
            </a:prstGeom>
            <a:noFill/>
            <a:ln>
              <a:noFill/>
            </a:ln>
          </p:spPr>
          <p:txBody>
            <a:bodyPr wrap="none" lIns="0" tIns="0" rIns="0" bIns="0" anchor="t" anchorCtr="0">
              <a:spAutoFit/>
            </a:bodyPr>
            <a:lstStyle/>
            <a:p>
              <a:pPr algn="ctr"/>
              <a:r>
                <a:rPr lang="en" sz="1200" dirty="0">
                  <a:solidFill>
                    <a:schemeClr val="accent5"/>
                  </a:solidFill>
                  <a:latin typeface="+mn-lt"/>
                  <a:ea typeface="+mn-ea"/>
                  <a:cs typeface="+mn-cs"/>
                </a:rPr>
                <a:t>One or two sentences.</a:t>
              </a:r>
            </a:p>
          </p:txBody>
        </p:sp>
        <p:sp>
          <p:nvSpPr>
            <p:cNvPr id="11" name="Rectangle 11"/>
            <p:cNvSpPr/>
            <p:nvPr/>
          </p:nvSpPr>
          <p:spPr>
            <a:xfrm>
              <a:off x="4362450" y="1466850"/>
              <a:ext cx="3429000" cy="3238500"/>
            </a:xfrm>
            <a:prstGeom prst="roundRect">
              <a:avLst>
                <a:gd name="adj" fmla="val 6471"/>
              </a:avLst>
            </a:prstGeom>
            <a:solidFill>
              <a:schemeClr val="accent1">
                <a:alpha val="18000"/>
              </a:schemeClr>
            </a:solidFill>
            <a:ln>
              <a:noFill/>
            </a:ln>
          </p:spPr>
        </p:sp>
        <p:sp>
          <p:nvSpPr>
            <p:cNvPr id="12" name="Rectangle 12"/>
            <p:cNvSpPr/>
            <p:nvPr/>
          </p:nvSpPr>
          <p:spPr>
            <a:xfrm>
              <a:off x="4267200" y="1333500"/>
              <a:ext cx="3429000" cy="3238500"/>
            </a:xfrm>
            <a:prstGeom prst="roundRect">
              <a:avLst>
                <a:gd name="adj" fmla="val 6471"/>
              </a:avLst>
            </a:prstGeom>
            <a:solidFill>
              <a:srgbClr val="FFFFFF"/>
            </a:solidFill>
            <a:ln>
              <a:noFill/>
            </a:ln>
            <a:effectLst>
              <a:outerShdw blurRad="114300" dist="76200" dir="5400000" algn="ctr" rotWithShape="0">
                <a:srgbClr val="8A0010">
                  <a:alpha val="12000"/>
                </a:srgbClr>
              </a:outerShdw>
            </a:effectLst>
          </p:spPr>
        </p:sp>
        <p:sp>
          <p:nvSpPr>
            <p:cNvPr id="13" name="Rectangle 13"/>
            <p:cNvSpPr/>
            <p:nvPr/>
          </p:nvSpPr>
          <p:spPr>
            <a:xfrm>
              <a:off x="4495800" y="1562100"/>
              <a:ext cx="2971800" cy="1428750"/>
            </a:xfrm>
            <a:prstGeom prst="roundRect">
              <a:avLst>
                <a:gd name="adj" fmla="val 10667"/>
              </a:avLst>
            </a:prstGeom>
            <a:solidFill>
              <a:schemeClr val="lt2"/>
            </a:solidFill>
            <a:ln>
              <a:noFill/>
            </a:ln>
          </p:spPr>
        </p:sp>
        <p:sp>
          <p:nvSpPr>
            <p:cNvPr id="14" name="TextBox 14"/>
            <p:cNvSpPr txBox="1"/>
            <p:nvPr/>
          </p:nvSpPr>
          <p:spPr>
            <a:xfrm>
              <a:off x="5864122" y="2082800"/>
              <a:ext cx="235156" cy="586740"/>
            </a:xfrm>
            <a:prstGeom prst="rect">
              <a:avLst/>
            </a:prstGeom>
            <a:noFill/>
            <a:ln>
              <a:noFill/>
            </a:ln>
          </p:spPr>
          <p:txBody>
            <a:bodyPr wrap="none" lIns="0" tIns="0" rIns="0" bIns="0" anchor="t" anchorCtr="0">
              <a:spAutoFit/>
            </a:bodyPr>
            <a:lstStyle/>
            <a:p>
              <a:pPr algn="ctr"/>
              <a:r>
                <a:rPr lang="en" sz="3000" b="1" dirty="0">
                  <a:solidFill>
                    <a:schemeClr val="accent1"/>
                  </a:solidFill>
                  <a:latin typeface="+mn-lt"/>
                  <a:ea typeface="+mn-ea"/>
                  <a:cs typeface="+mn-cs"/>
                </a:rPr>
                <a:t>2</a:t>
              </a:r>
            </a:p>
          </p:txBody>
        </p:sp>
        <p:sp>
          <p:nvSpPr>
            <p:cNvPr id="15" name="TextBox 15"/>
            <p:cNvSpPr txBox="1"/>
            <p:nvPr/>
          </p:nvSpPr>
          <p:spPr>
            <a:xfrm>
              <a:off x="5418724" y="3175000"/>
              <a:ext cx="1125952" cy="410718"/>
            </a:xfrm>
            <a:prstGeom prst="rect">
              <a:avLst/>
            </a:prstGeom>
            <a:noFill/>
            <a:ln>
              <a:noFill/>
            </a:ln>
          </p:spPr>
          <p:txBody>
            <a:bodyPr wrap="none" lIns="0" tIns="0" rIns="0" bIns="0" anchor="t" anchorCtr="0">
              <a:spAutoFit/>
            </a:bodyPr>
            <a:lstStyle/>
            <a:p>
              <a:pPr algn="ctr"/>
              <a:r>
                <a:rPr lang="en" sz="2100" b="1" dirty="0">
                  <a:solidFill>
                    <a:schemeClr val="dk1"/>
                  </a:solidFill>
                  <a:latin typeface="+mn-lt"/>
                  <a:ea typeface="+mn-ea"/>
                  <a:cs typeface="+mn-cs"/>
                </a:rPr>
                <a:t>Generate</a:t>
              </a:r>
            </a:p>
          </p:txBody>
        </p:sp>
        <p:sp>
          <p:nvSpPr>
            <p:cNvPr id="16" name="TextBox 16"/>
            <p:cNvSpPr txBox="1"/>
            <p:nvPr/>
          </p:nvSpPr>
          <p:spPr>
            <a:xfrm>
              <a:off x="5218541" y="3632200"/>
              <a:ext cx="1526318" cy="234696"/>
            </a:xfrm>
            <a:prstGeom prst="rect">
              <a:avLst/>
            </a:prstGeom>
            <a:noFill/>
            <a:ln>
              <a:noFill/>
            </a:ln>
          </p:spPr>
          <p:txBody>
            <a:bodyPr wrap="none" lIns="0" tIns="0" rIns="0" bIns="0" anchor="t" anchorCtr="0">
              <a:spAutoFit/>
            </a:bodyPr>
            <a:lstStyle/>
            <a:p>
              <a:pPr algn="ctr"/>
              <a:r>
                <a:rPr lang="en" sz="1200" dirty="0">
                  <a:solidFill>
                    <a:schemeClr val="accent5"/>
                  </a:solidFill>
                  <a:latin typeface="+mn-lt"/>
                  <a:ea typeface="+mn-ea"/>
                  <a:cs typeface="+mn-cs"/>
                </a:rPr>
                <a:t>The picture lands here.</a:t>
              </a:r>
            </a:p>
          </p:txBody>
        </p:sp>
        <p:sp>
          <p:nvSpPr>
            <p:cNvPr id="17" name="Rectangle 17"/>
            <p:cNvSpPr/>
            <p:nvPr/>
          </p:nvSpPr>
          <p:spPr>
            <a:xfrm>
              <a:off x="8172450" y="1466850"/>
              <a:ext cx="3429000" cy="3238500"/>
            </a:xfrm>
            <a:prstGeom prst="roundRect">
              <a:avLst>
                <a:gd name="adj" fmla="val 6471"/>
              </a:avLst>
            </a:prstGeom>
            <a:solidFill>
              <a:schemeClr val="accent1">
                <a:alpha val="18000"/>
              </a:schemeClr>
            </a:solidFill>
            <a:ln>
              <a:noFill/>
            </a:ln>
          </p:spPr>
        </p:sp>
        <p:sp>
          <p:nvSpPr>
            <p:cNvPr id="18" name="Rectangle 18"/>
            <p:cNvSpPr/>
            <p:nvPr/>
          </p:nvSpPr>
          <p:spPr>
            <a:xfrm>
              <a:off x="8077200" y="1333500"/>
              <a:ext cx="3429000" cy="3238500"/>
            </a:xfrm>
            <a:prstGeom prst="roundRect">
              <a:avLst>
                <a:gd name="adj" fmla="val 6471"/>
              </a:avLst>
            </a:prstGeom>
            <a:solidFill>
              <a:srgbClr val="FFFFFF"/>
            </a:solidFill>
            <a:ln>
              <a:noFill/>
            </a:ln>
            <a:effectLst>
              <a:outerShdw blurRad="114300" dist="76200" dir="5400000" algn="ctr" rotWithShape="0">
                <a:srgbClr val="8A0010">
                  <a:alpha val="12000"/>
                </a:srgbClr>
              </a:outerShdw>
            </a:effectLst>
          </p:spPr>
        </p:sp>
        <p:sp>
          <p:nvSpPr>
            <p:cNvPr id="19" name="Rectangle 19"/>
            <p:cNvSpPr/>
            <p:nvPr/>
          </p:nvSpPr>
          <p:spPr>
            <a:xfrm>
              <a:off x="8305800" y="1562100"/>
              <a:ext cx="2971800" cy="1428750"/>
            </a:xfrm>
            <a:prstGeom prst="roundRect">
              <a:avLst>
                <a:gd name="adj" fmla="val 10667"/>
              </a:avLst>
            </a:prstGeom>
            <a:solidFill>
              <a:schemeClr val="lt2"/>
            </a:solidFill>
            <a:ln>
              <a:noFill/>
            </a:ln>
          </p:spPr>
        </p:sp>
        <p:sp>
          <p:nvSpPr>
            <p:cNvPr id="20" name="TextBox 20"/>
            <p:cNvSpPr txBox="1"/>
            <p:nvPr/>
          </p:nvSpPr>
          <p:spPr>
            <a:xfrm>
              <a:off x="9674122" y="2082800"/>
              <a:ext cx="235156" cy="586740"/>
            </a:xfrm>
            <a:prstGeom prst="rect">
              <a:avLst/>
            </a:prstGeom>
            <a:noFill/>
            <a:ln>
              <a:noFill/>
            </a:ln>
          </p:spPr>
          <p:txBody>
            <a:bodyPr wrap="none" lIns="0" tIns="0" rIns="0" bIns="0" anchor="t" anchorCtr="0">
              <a:spAutoFit/>
            </a:bodyPr>
            <a:lstStyle/>
            <a:p>
              <a:pPr algn="ctr"/>
              <a:r>
                <a:rPr lang="en" sz="3000" b="1" dirty="0">
                  <a:solidFill>
                    <a:schemeClr val="accent1"/>
                  </a:solidFill>
                  <a:latin typeface="+mn-lt"/>
                  <a:ea typeface="+mn-ea"/>
                  <a:cs typeface="+mn-cs"/>
                </a:rPr>
                <a:t>3</a:t>
              </a:r>
            </a:p>
          </p:txBody>
        </p:sp>
        <p:sp>
          <p:nvSpPr>
            <p:cNvPr id="21" name="TextBox 21"/>
            <p:cNvSpPr txBox="1"/>
            <p:nvPr/>
          </p:nvSpPr>
          <p:spPr>
            <a:xfrm>
              <a:off x="9423583" y="3175000"/>
              <a:ext cx="736235" cy="410718"/>
            </a:xfrm>
            <a:prstGeom prst="rect">
              <a:avLst/>
            </a:prstGeom>
            <a:noFill/>
            <a:ln>
              <a:noFill/>
            </a:ln>
          </p:spPr>
          <p:txBody>
            <a:bodyPr wrap="none" lIns="0" tIns="0" rIns="0" bIns="0" anchor="t" anchorCtr="0">
              <a:spAutoFit/>
            </a:bodyPr>
            <a:lstStyle/>
            <a:p>
              <a:pPr algn="ctr"/>
              <a:r>
                <a:rPr lang="en" sz="2100" b="1" dirty="0">
                  <a:solidFill>
                    <a:schemeClr val="dk1"/>
                  </a:solidFill>
                  <a:latin typeface="+mn-lt"/>
                  <a:ea typeface="+mn-ea"/>
                  <a:cs typeface="+mn-cs"/>
                </a:rPr>
                <a:t>Hover</a:t>
              </a:r>
            </a:p>
          </p:txBody>
        </p:sp>
        <p:sp>
          <p:nvSpPr>
            <p:cNvPr id="22" name="TextBox 22"/>
            <p:cNvSpPr txBox="1"/>
            <p:nvPr/>
          </p:nvSpPr>
          <p:spPr>
            <a:xfrm>
              <a:off x="8877448" y="3632200"/>
              <a:ext cx="1828505" cy="234696"/>
            </a:xfrm>
            <a:prstGeom prst="rect">
              <a:avLst/>
            </a:prstGeom>
            <a:noFill/>
            <a:ln>
              <a:noFill/>
            </a:ln>
          </p:spPr>
          <p:txBody>
            <a:bodyPr wrap="none" lIns="0" tIns="0" rIns="0" bIns="0" anchor="t" anchorCtr="0">
              <a:spAutoFit/>
            </a:bodyPr>
            <a:lstStyle/>
            <a:p>
              <a:pPr algn="ctr"/>
              <a:r>
                <a:rPr lang="en" sz="1200" dirty="0">
                  <a:solidFill>
                    <a:schemeClr val="accent5"/>
                  </a:solidFill>
                  <a:latin typeface="+mn-lt"/>
                  <a:ea typeface="+mn-ea"/>
                  <a:cs typeface="+mn-cs"/>
                </a:rPr>
                <a:t>Redo it, or open full screen.</a:t>
              </a:r>
            </a:p>
          </p:txBody>
        </p:sp>
      </p:grpSp>
      <p:grpSp>
        <p:nvGrpSpPr>
          <p:cNvPr id="38" name="assistant-rule"/>
          <p:cNvGrpSpPr/>
          <p:nvPr/>
        </p:nvGrpSpPr>
        <p:grpSpPr>
          <a:xfrm>
            <a:off x="457200" y="5200650"/>
            <a:ext cx="11106150" cy="1200150"/>
            <a:chOff x="457200" y="5200650"/>
            <a:chExt cx="11106150" cy="1200150"/>
          </a:xfrm>
        </p:grpSpPr>
        <p:sp>
          <p:nvSpPr>
            <p:cNvPr id="24" name="Rectangle 24"/>
            <p:cNvSpPr/>
            <p:nvPr/>
          </p:nvSpPr>
          <p:spPr>
            <a:xfrm>
              <a:off x="552450" y="5314950"/>
              <a:ext cx="5334000" cy="1085850"/>
            </a:xfrm>
            <a:prstGeom prst="roundRect">
              <a:avLst>
                <a:gd name="adj" fmla="val 19298"/>
              </a:avLst>
            </a:prstGeom>
            <a:solidFill>
              <a:schemeClr val="accent1">
                <a:alpha val="18000"/>
              </a:schemeClr>
            </a:solidFill>
            <a:ln>
              <a:noFill/>
            </a:ln>
          </p:spPr>
        </p:sp>
        <p:sp>
          <p:nvSpPr>
            <p:cNvPr id="25" name="Rectangle 25"/>
            <p:cNvSpPr/>
            <p:nvPr/>
          </p:nvSpPr>
          <p:spPr>
            <a:xfrm>
              <a:off x="457200" y="5200650"/>
              <a:ext cx="5334000" cy="1085850"/>
            </a:xfrm>
            <a:prstGeom prst="roundRect">
              <a:avLst>
                <a:gd name="adj" fmla="val 19298"/>
              </a:avLst>
            </a:prstGeom>
            <a:solidFill>
              <a:srgbClr val="FFFFFF"/>
            </a:solidFill>
            <a:ln>
              <a:noFill/>
            </a:ln>
            <a:effectLst>
              <a:outerShdw blurRad="114300" dist="76200" dir="5400000" algn="ctr" rotWithShape="0">
                <a:srgbClr val="8A0010">
                  <a:alpha val="12000"/>
                </a:srgbClr>
              </a:outerShdw>
            </a:effectLst>
          </p:spPr>
        </p:sp>
        <p:grpSp>
          <p:nvGrpSpPr>
            <p:cNvPr id="28" name="Group 28"/>
            <p:cNvGrpSpPr/>
            <p:nvPr/>
          </p:nvGrpSpPr>
          <p:grpSpPr>
            <a:xfrm>
              <a:off x="714302" y="5500688"/>
              <a:ext cx="414410" cy="414410"/>
              <a:chOff x="714302" y="5500688"/>
              <a:chExt cx="414410" cy="414410"/>
            </a:xfrm>
          </p:grpSpPr>
          <p:sp>
            <p:nvSpPr>
              <p:cNvPr id="26" name="Freeform 26"/>
              <p:cNvSpPr/>
              <p:nvPr/>
            </p:nvSpPr>
            <p:spPr>
              <a:xfrm>
                <a:off x="728667" y="5586417"/>
                <a:ext cx="314316" cy="314316"/>
              </a:xfrm>
              <a:custGeom>
                <a:avLst/>
                <a:gdLst/>
                <a:ahLst/>
                <a:cxnLst/>
                <a:rect l="l" t="t" r="r" b="b"/>
                <a:pathLst>
                  <a:path w="314316" h="314316">
                    <a:moveTo>
                      <a:pt x="305069" y="170427"/>
                    </a:moveTo>
                    <a:lnTo>
                      <a:pt x="206682" y="206682"/>
                    </a:lnTo>
                    <a:lnTo>
                      <a:pt x="170427" y="305069"/>
                    </a:lnTo>
                    <a:cubicBezTo>
                      <a:pt x="168377" y="310626"/>
                      <a:pt x="163081" y="314316"/>
                      <a:pt x="157158" y="314316"/>
                    </a:cubicBezTo>
                    <a:cubicBezTo>
                      <a:pt x="151235" y="314316"/>
                      <a:pt x="145939" y="310626"/>
                      <a:pt x="143888" y="305069"/>
                    </a:cubicBezTo>
                    <a:lnTo>
                      <a:pt x="107634" y="206682"/>
                    </a:lnTo>
                    <a:lnTo>
                      <a:pt x="9247" y="170427"/>
                    </a:lnTo>
                    <a:cubicBezTo>
                      <a:pt x="3690" y="168377"/>
                      <a:pt x="0" y="163081"/>
                      <a:pt x="0" y="157158"/>
                    </a:cubicBezTo>
                    <a:cubicBezTo>
                      <a:pt x="0" y="151235"/>
                      <a:pt x="3690" y="145939"/>
                      <a:pt x="9247" y="143888"/>
                    </a:cubicBezTo>
                    <a:lnTo>
                      <a:pt x="107634" y="107634"/>
                    </a:lnTo>
                    <a:lnTo>
                      <a:pt x="143888" y="9247"/>
                    </a:lnTo>
                    <a:cubicBezTo>
                      <a:pt x="145939" y="3690"/>
                      <a:pt x="151235" y="0"/>
                      <a:pt x="157158" y="0"/>
                    </a:cubicBezTo>
                    <a:cubicBezTo>
                      <a:pt x="163081" y="0"/>
                      <a:pt x="168377" y="3690"/>
                      <a:pt x="170427" y="9247"/>
                    </a:cubicBezTo>
                    <a:lnTo>
                      <a:pt x="206682" y="107634"/>
                    </a:lnTo>
                    <a:lnTo>
                      <a:pt x="305069" y="143888"/>
                    </a:lnTo>
                    <a:cubicBezTo>
                      <a:pt x="310626" y="145939"/>
                      <a:pt x="314316" y="151235"/>
                      <a:pt x="314316" y="157158"/>
                    </a:cubicBezTo>
                    <a:cubicBezTo>
                      <a:pt x="314316" y="163081"/>
                      <a:pt x="310626" y="168377"/>
                      <a:pt x="305069" y="170427"/>
                    </a:cubicBezTo>
                    <a:close/>
                  </a:path>
                </a:pathLst>
              </a:custGeom>
              <a:solidFill>
                <a:schemeClr val="accent1">
                  <a:alpha val="20000"/>
                </a:schemeClr>
              </a:solidFill>
              <a:ln>
                <a:noFill/>
              </a:ln>
            </p:spPr>
          </p:sp>
          <p:sp>
            <p:nvSpPr>
              <p:cNvPr id="27" name="Freeform 27"/>
              <p:cNvSpPr/>
              <p:nvPr/>
            </p:nvSpPr>
            <p:spPr>
              <a:xfrm>
                <a:off x="714302" y="5500688"/>
                <a:ext cx="414410" cy="414410"/>
              </a:xfrm>
              <a:custGeom>
                <a:avLst/>
                <a:gdLst/>
                <a:ahLst/>
                <a:cxnLst/>
                <a:rect l="l" t="t" r="r" b="b"/>
                <a:pathLst>
                  <a:path w="414410" h="414410">
                    <a:moveTo>
                      <a:pt x="324363" y="216206"/>
                    </a:moveTo>
                    <a:lnTo>
                      <a:pt x="232244" y="182166"/>
                    </a:lnTo>
                    <a:lnTo>
                      <a:pt x="198312" y="89976"/>
                    </a:lnTo>
                    <a:cubicBezTo>
                      <a:pt x="194196" y="78794"/>
                      <a:pt x="183545" y="71365"/>
                      <a:pt x="171630" y="71365"/>
                    </a:cubicBezTo>
                    <a:cubicBezTo>
                      <a:pt x="159715" y="71365"/>
                      <a:pt x="149064" y="78794"/>
                      <a:pt x="144948" y="89976"/>
                    </a:cubicBezTo>
                    <a:lnTo>
                      <a:pt x="110801" y="182166"/>
                    </a:lnTo>
                    <a:lnTo>
                      <a:pt x="18611" y="216098"/>
                    </a:lnTo>
                    <a:cubicBezTo>
                      <a:pt x="7429" y="220214"/>
                      <a:pt x="0" y="230865"/>
                      <a:pt x="0" y="242780"/>
                    </a:cubicBezTo>
                    <a:cubicBezTo>
                      <a:pt x="0" y="254695"/>
                      <a:pt x="7429" y="265346"/>
                      <a:pt x="18611" y="269462"/>
                    </a:cubicBezTo>
                    <a:lnTo>
                      <a:pt x="110801" y="303609"/>
                    </a:lnTo>
                    <a:lnTo>
                      <a:pt x="144734" y="395799"/>
                    </a:lnTo>
                    <a:cubicBezTo>
                      <a:pt x="148849" y="406981"/>
                      <a:pt x="159501" y="414410"/>
                      <a:pt x="171415" y="414410"/>
                    </a:cubicBezTo>
                    <a:cubicBezTo>
                      <a:pt x="183330" y="414410"/>
                      <a:pt x="193982" y="406981"/>
                      <a:pt x="198097" y="395799"/>
                    </a:cubicBezTo>
                    <a:lnTo>
                      <a:pt x="232244" y="303609"/>
                    </a:lnTo>
                    <a:lnTo>
                      <a:pt x="324435" y="269677"/>
                    </a:lnTo>
                    <a:cubicBezTo>
                      <a:pt x="335616" y="265561"/>
                      <a:pt x="343045" y="254910"/>
                      <a:pt x="343045" y="242995"/>
                    </a:cubicBezTo>
                    <a:cubicBezTo>
                      <a:pt x="343045" y="231080"/>
                      <a:pt x="335616" y="220429"/>
                      <a:pt x="324435" y="216313"/>
                    </a:cubicBezTo>
                    <a:close/>
                    <a:moveTo>
                      <a:pt x="216171" y="278999"/>
                    </a:moveTo>
                    <a:cubicBezTo>
                      <a:pt x="212246" y="280446"/>
                      <a:pt x="209152" y="283540"/>
                      <a:pt x="207706" y="287464"/>
                    </a:cubicBezTo>
                    <a:lnTo>
                      <a:pt x="171523" y="385495"/>
                    </a:lnTo>
                    <a:lnTo>
                      <a:pt x="135411" y="287536"/>
                    </a:lnTo>
                    <a:cubicBezTo>
                      <a:pt x="133966" y="283569"/>
                      <a:pt x="130841" y="280444"/>
                      <a:pt x="126874" y="278999"/>
                    </a:cubicBezTo>
                    <a:lnTo>
                      <a:pt x="28915" y="242888"/>
                    </a:lnTo>
                    <a:lnTo>
                      <a:pt x="126874" y="206776"/>
                    </a:lnTo>
                    <a:cubicBezTo>
                      <a:pt x="130841" y="205331"/>
                      <a:pt x="133966" y="202206"/>
                      <a:pt x="135411" y="198239"/>
                    </a:cubicBezTo>
                    <a:lnTo>
                      <a:pt x="171523" y="100280"/>
                    </a:lnTo>
                    <a:lnTo>
                      <a:pt x="207634" y="198239"/>
                    </a:lnTo>
                    <a:cubicBezTo>
                      <a:pt x="209081" y="202164"/>
                      <a:pt x="212175" y="205258"/>
                      <a:pt x="216100" y="206704"/>
                    </a:cubicBezTo>
                    <a:lnTo>
                      <a:pt x="314130" y="242888"/>
                    </a:lnTo>
                    <a:close/>
                    <a:moveTo>
                      <a:pt x="228673" y="57150"/>
                    </a:moveTo>
                    <a:cubicBezTo>
                      <a:pt x="228673" y="49259"/>
                      <a:pt x="235069" y="42862"/>
                      <a:pt x="242960" y="42862"/>
                    </a:cubicBezTo>
                    <a:lnTo>
                      <a:pt x="271535" y="42862"/>
                    </a:lnTo>
                    <a:lnTo>
                      <a:pt x="271535" y="14288"/>
                    </a:lnTo>
                    <a:cubicBezTo>
                      <a:pt x="271535" y="6397"/>
                      <a:pt x="277932" y="0"/>
                      <a:pt x="285823" y="0"/>
                    </a:cubicBezTo>
                    <a:cubicBezTo>
                      <a:pt x="293713" y="0"/>
                      <a:pt x="300110" y="6397"/>
                      <a:pt x="300110" y="14288"/>
                    </a:cubicBezTo>
                    <a:lnTo>
                      <a:pt x="300110" y="42862"/>
                    </a:lnTo>
                    <a:lnTo>
                      <a:pt x="328685" y="42862"/>
                    </a:lnTo>
                    <a:cubicBezTo>
                      <a:pt x="336576" y="42862"/>
                      <a:pt x="342973" y="49259"/>
                      <a:pt x="342973" y="57150"/>
                    </a:cubicBezTo>
                    <a:cubicBezTo>
                      <a:pt x="342973" y="65041"/>
                      <a:pt x="336576" y="71438"/>
                      <a:pt x="328685" y="71438"/>
                    </a:cubicBezTo>
                    <a:lnTo>
                      <a:pt x="300110" y="71438"/>
                    </a:lnTo>
                    <a:lnTo>
                      <a:pt x="300110" y="100012"/>
                    </a:lnTo>
                    <a:cubicBezTo>
                      <a:pt x="300110" y="107903"/>
                      <a:pt x="293713" y="114300"/>
                      <a:pt x="285823" y="114300"/>
                    </a:cubicBezTo>
                    <a:cubicBezTo>
                      <a:pt x="277932" y="114300"/>
                      <a:pt x="271535" y="107903"/>
                      <a:pt x="271535" y="100012"/>
                    </a:cubicBezTo>
                    <a:lnTo>
                      <a:pt x="271535" y="71438"/>
                    </a:lnTo>
                    <a:lnTo>
                      <a:pt x="242960" y="71438"/>
                    </a:lnTo>
                    <a:cubicBezTo>
                      <a:pt x="235069" y="71438"/>
                      <a:pt x="228673" y="65041"/>
                      <a:pt x="228673" y="57150"/>
                    </a:cubicBezTo>
                    <a:close/>
                    <a:moveTo>
                      <a:pt x="414410" y="142875"/>
                    </a:moveTo>
                    <a:cubicBezTo>
                      <a:pt x="414410" y="150766"/>
                      <a:pt x="408013" y="157162"/>
                      <a:pt x="400123" y="157162"/>
                    </a:cubicBezTo>
                    <a:lnTo>
                      <a:pt x="385835" y="157162"/>
                    </a:lnTo>
                    <a:lnTo>
                      <a:pt x="385835" y="171450"/>
                    </a:lnTo>
                    <a:cubicBezTo>
                      <a:pt x="385835" y="179341"/>
                      <a:pt x="379438" y="185738"/>
                      <a:pt x="371548" y="185738"/>
                    </a:cubicBezTo>
                    <a:cubicBezTo>
                      <a:pt x="363657" y="185738"/>
                      <a:pt x="357260" y="179341"/>
                      <a:pt x="357260" y="171450"/>
                    </a:cubicBezTo>
                    <a:lnTo>
                      <a:pt x="357260" y="157162"/>
                    </a:lnTo>
                    <a:lnTo>
                      <a:pt x="342973" y="157162"/>
                    </a:lnTo>
                    <a:cubicBezTo>
                      <a:pt x="335082" y="157162"/>
                      <a:pt x="328685" y="150766"/>
                      <a:pt x="328685" y="142875"/>
                    </a:cubicBezTo>
                    <a:cubicBezTo>
                      <a:pt x="328685" y="134984"/>
                      <a:pt x="335082" y="128588"/>
                      <a:pt x="342973" y="128588"/>
                    </a:cubicBezTo>
                    <a:lnTo>
                      <a:pt x="357260" y="128588"/>
                    </a:lnTo>
                    <a:lnTo>
                      <a:pt x="357260" y="114300"/>
                    </a:lnTo>
                    <a:cubicBezTo>
                      <a:pt x="357260" y="106409"/>
                      <a:pt x="363657" y="100012"/>
                      <a:pt x="371548" y="100012"/>
                    </a:cubicBezTo>
                    <a:cubicBezTo>
                      <a:pt x="379438" y="100012"/>
                      <a:pt x="385835" y="106409"/>
                      <a:pt x="385835" y="114300"/>
                    </a:cubicBezTo>
                    <a:lnTo>
                      <a:pt x="385835" y="128588"/>
                    </a:lnTo>
                    <a:lnTo>
                      <a:pt x="400123" y="128588"/>
                    </a:lnTo>
                    <a:cubicBezTo>
                      <a:pt x="408013" y="128588"/>
                      <a:pt x="414410" y="134984"/>
                      <a:pt x="414410" y="142875"/>
                    </a:cubicBezTo>
                    <a:close/>
                  </a:path>
                </a:pathLst>
              </a:custGeom>
              <a:solidFill>
                <a:schemeClr val="accent1"/>
              </a:solidFill>
              <a:ln>
                <a:noFill/>
              </a:ln>
            </p:spPr>
          </p:sp>
        </p:grpSp>
        <p:sp>
          <p:nvSpPr>
            <p:cNvPr id="29" name="TextBox 29"/>
            <p:cNvSpPr txBox="1"/>
            <p:nvPr/>
          </p:nvSpPr>
          <p:spPr>
            <a:xfrm>
              <a:off x="1289304" y="5480050"/>
              <a:ext cx="795053"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ALL EMPTY</a:t>
              </a:r>
            </a:p>
          </p:txBody>
        </p:sp>
        <p:sp>
          <p:nvSpPr>
            <p:cNvPr id="30" name="TextBox 30"/>
            <p:cNvSpPr txBox="1"/>
            <p:nvPr/>
          </p:nvSpPr>
          <p:spPr>
            <a:xfrm>
              <a:off x="1286256" y="5727700"/>
              <a:ext cx="2647395" cy="352044"/>
            </a:xfrm>
            <a:prstGeom prst="rect">
              <a:avLst/>
            </a:prstGeom>
            <a:noFill/>
            <a:ln>
              <a:noFill/>
            </a:ln>
          </p:spPr>
          <p:txBody>
            <a:bodyPr wrap="none" lIns="0" tIns="0" rIns="0" bIns="0" anchor="t" anchorCtr="0">
              <a:spAutoFit/>
            </a:bodyPr>
            <a:lstStyle/>
            <a:p>
              <a:pPr algn="l"/>
              <a:r>
                <a:rPr lang="en" sz="1800" dirty="0">
                  <a:solidFill>
                    <a:schemeClr val="dk1"/>
                  </a:solidFill>
                  <a:latin typeface="+mn-lt"/>
                  <a:ea typeface="+mn-ea"/>
                  <a:cs typeface="+mn-cs"/>
                </a:rPr>
                <a:t>Inspiration drafts all three.</a:t>
              </a:r>
            </a:p>
          </p:txBody>
        </p:sp>
        <p:sp>
          <p:nvSpPr>
            <p:cNvPr id="31" name="Rectangle 31"/>
            <p:cNvSpPr/>
            <p:nvPr/>
          </p:nvSpPr>
          <p:spPr>
            <a:xfrm>
              <a:off x="6229350" y="5314950"/>
              <a:ext cx="5334000" cy="1085850"/>
            </a:xfrm>
            <a:prstGeom prst="roundRect">
              <a:avLst>
                <a:gd name="adj" fmla="val 19298"/>
              </a:avLst>
            </a:prstGeom>
            <a:solidFill>
              <a:schemeClr val="accent1">
                <a:alpha val="18000"/>
              </a:schemeClr>
            </a:solidFill>
            <a:ln>
              <a:noFill/>
            </a:ln>
          </p:spPr>
        </p:sp>
        <p:sp>
          <p:nvSpPr>
            <p:cNvPr id="32" name="Rectangle 32"/>
            <p:cNvSpPr/>
            <p:nvPr/>
          </p:nvSpPr>
          <p:spPr>
            <a:xfrm>
              <a:off x="6134100" y="5200650"/>
              <a:ext cx="5334000" cy="1085850"/>
            </a:xfrm>
            <a:prstGeom prst="roundRect">
              <a:avLst>
                <a:gd name="adj" fmla="val 19298"/>
              </a:avLst>
            </a:prstGeom>
            <a:solidFill>
              <a:srgbClr val="FFFFFF"/>
            </a:solidFill>
            <a:ln>
              <a:noFill/>
            </a:ln>
            <a:effectLst>
              <a:outerShdw blurRad="114300" dist="76200" dir="5400000" algn="ctr" rotWithShape="0">
                <a:srgbClr val="8A0010">
                  <a:alpha val="12000"/>
                </a:srgbClr>
              </a:outerShdw>
            </a:effectLst>
          </p:spPr>
        </p:sp>
        <p:grpSp>
          <p:nvGrpSpPr>
            <p:cNvPr id="35" name="Group 35"/>
            <p:cNvGrpSpPr/>
            <p:nvPr/>
          </p:nvGrpSpPr>
          <p:grpSpPr>
            <a:xfrm>
              <a:off x="6405562" y="5557838"/>
              <a:ext cx="371475" cy="342897"/>
              <a:chOff x="6405562" y="5557838"/>
              <a:chExt cx="371475" cy="342897"/>
            </a:xfrm>
          </p:grpSpPr>
          <p:sp>
            <p:nvSpPr>
              <p:cNvPr id="33" name="Freeform 33"/>
              <p:cNvSpPr/>
              <p:nvPr/>
            </p:nvSpPr>
            <p:spPr>
              <a:xfrm>
                <a:off x="6419850" y="5572125"/>
                <a:ext cx="342900" cy="314393"/>
              </a:xfrm>
              <a:custGeom>
                <a:avLst/>
                <a:gdLst/>
                <a:ahLst/>
                <a:cxnLst/>
                <a:rect l="l" t="t" r="r" b="b"/>
                <a:pathLst>
                  <a:path w="342900" h="314393">
                    <a:moveTo>
                      <a:pt x="342900" y="14288"/>
                    </a:moveTo>
                    <a:lnTo>
                      <a:pt x="342900" y="242888"/>
                    </a:lnTo>
                    <a:cubicBezTo>
                      <a:pt x="342900" y="250778"/>
                      <a:pt x="336503" y="257175"/>
                      <a:pt x="328612" y="257175"/>
                    </a:cubicBezTo>
                    <a:lnTo>
                      <a:pt x="212402" y="257175"/>
                    </a:lnTo>
                    <a:lnTo>
                      <a:pt x="183827" y="307181"/>
                    </a:lnTo>
                    <a:cubicBezTo>
                      <a:pt x="181285" y="311640"/>
                      <a:pt x="176547" y="314393"/>
                      <a:pt x="171414" y="314393"/>
                    </a:cubicBezTo>
                    <a:cubicBezTo>
                      <a:pt x="166282" y="314393"/>
                      <a:pt x="161544" y="311640"/>
                      <a:pt x="159002" y="307181"/>
                    </a:cubicBezTo>
                    <a:lnTo>
                      <a:pt x="130427" y="257175"/>
                    </a:lnTo>
                    <a:lnTo>
                      <a:pt x="14288" y="257175"/>
                    </a:lnTo>
                    <a:cubicBezTo>
                      <a:pt x="6397" y="257175"/>
                      <a:pt x="0" y="250778"/>
                      <a:pt x="0" y="242888"/>
                    </a:cubicBezTo>
                    <a:lnTo>
                      <a:pt x="0" y="14288"/>
                    </a:lnTo>
                    <a:cubicBezTo>
                      <a:pt x="0" y="6397"/>
                      <a:pt x="6397" y="0"/>
                      <a:pt x="14288" y="0"/>
                    </a:cubicBezTo>
                    <a:lnTo>
                      <a:pt x="328612" y="0"/>
                    </a:lnTo>
                    <a:cubicBezTo>
                      <a:pt x="336503" y="0"/>
                      <a:pt x="342900" y="6397"/>
                      <a:pt x="342900" y="14288"/>
                    </a:cubicBezTo>
                    <a:close/>
                  </a:path>
                </a:pathLst>
              </a:custGeom>
              <a:solidFill>
                <a:schemeClr val="accent1">
                  <a:alpha val="20000"/>
                </a:schemeClr>
              </a:solidFill>
              <a:ln>
                <a:noFill/>
              </a:ln>
            </p:spPr>
          </p:sp>
          <p:sp>
            <p:nvSpPr>
              <p:cNvPr id="34" name="Freeform 34"/>
              <p:cNvSpPr/>
              <p:nvPr/>
            </p:nvSpPr>
            <p:spPr>
              <a:xfrm>
                <a:off x="6405562" y="5557838"/>
                <a:ext cx="371475" cy="342897"/>
              </a:xfrm>
              <a:custGeom>
                <a:avLst/>
                <a:gdLst/>
                <a:ahLst/>
                <a:cxnLst/>
                <a:rect l="l" t="t" r="r" b="b"/>
                <a:pathLst>
                  <a:path w="371475" h="342897">
                    <a:moveTo>
                      <a:pt x="164306" y="142875"/>
                    </a:moveTo>
                    <a:cubicBezTo>
                      <a:pt x="164306" y="131039"/>
                      <a:pt x="173901" y="121444"/>
                      <a:pt x="185738" y="121444"/>
                    </a:cubicBezTo>
                    <a:cubicBezTo>
                      <a:pt x="197574" y="121444"/>
                      <a:pt x="207169" y="131039"/>
                      <a:pt x="207169" y="142875"/>
                    </a:cubicBezTo>
                    <a:cubicBezTo>
                      <a:pt x="207169" y="154711"/>
                      <a:pt x="197574" y="164306"/>
                      <a:pt x="185738" y="164306"/>
                    </a:cubicBezTo>
                    <a:cubicBezTo>
                      <a:pt x="173901" y="164306"/>
                      <a:pt x="164306" y="154711"/>
                      <a:pt x="164306" y="142875"/>
                    </a:cubicBezTo>
                    <a:close/>
                    <a:moveTo>
                      <a:pt x="107156" y="164306"/>
                    </a:moveTo>
                    <a:cubicBezTo>
                      <a:pt x="118992" y="164306"/>
                      <a:pt x="128588" y="154711"/>
                      <a:pt x="128588" y="142875"/>
                    </a:cubicBezTo>
                    <a:cubicBezTo>
                      <a:pt x="128588" y="131039"/>
                      <a:pt x="118992" y="121444"/>
                      <a:pt x="107156" y="121444"/>
                    </a:cubicBezTo>
                    <a:cubicBezTo>
                      <a:pt x="95320" y="121444"/>
                      <a:pt x="85725" y="131039"/>
                      <a:pt x="85725" y="142875"/>
                    </a:cubicBezTo>
                    <a:cubicBezTo>
                      <a:pt x="85725" y="154711"/>
                      <a:pt x="95320" y="164306"/>
                      <a:pt x="107156" y="164306"/>
                    </a:cubicBezTo>
                    <a:close/>
                    <a:moveTo>
                      <a:pt x="264319" y="164306"/>
                    </a:moveTo>
                    <a:cubicBezTo>
                      <a:pt x="276155" y="164306"/>
                      <a:pt x="285750" y="154711"/>
                      <a:pt x="285750" y="142875"/>
                    </a:cubicBezTo>
                    <a:cubicBezTo>
                      <a:pt x="285750" y="131039"/>
                      <a:pt x="276155" y="121444"/>
                      <a:pt x="264319" y="121444"/>
                    </a:cubicBezTo>
                    <a:cubicBezTo>
                      <a:pt x="252483" y="121444"/>
                      <a:pt x="242888" y="131039"/>
                      <a:pt x="242888" y="142875"/>
                    </a:cubicBezTo>
                    <a:cubicBezTo>
                      <a:pt x="242888" y="154711"/>
                      <a:pt x="252483" y="164306"/>
                      <a:pt x="264319" y="164306"/>
                    </a:cubicBezTo>
                    <a:close/>
                    <a:moveTo>
                      <a:pt x="371475" y="28575"/>
                    </a:moveTo>
                    <a:lnTo>
                      <a:pt x="371475" y="257175"/>
                    </a:lnTo>
                    <a:cubicBezTo>
                      <a:pt x="371475" y="272957"/>
                      <a:pt x="358682" y="285750"/>
                      <a:pt x="342900" y="285750"/>
                    </a:cubicBezTo>
                    <a:lnTo>
                      <a:pt x="234976" y="285750"/>
                    </a:lnTo>
                    <a:lnTo>
                      <a:pt x="210544" y="328505"/>
                    </a:lnTo>
                    <a:cubicBezTo>
                      <a:pt x="205456" y="337405"/>
                      <a:pt x="195989" y="342897"/>
                      <a:pt x="185738" y="342897"/>
                    </a:cubicBezTo>
                    <a:cubicBezTo>
                      <a:pt x="175486" y="342897"/>
                      <a:pt x="166019" y="337405"/>
                      <a:pt x="160931" y="328505"/>
                    </a:cubicBezTo>
                    <a:lnTo>
                      <a:pt x="136499" y="285750"/>
                    </a:lnTo>
                    <a:lnTo>
                      <a:pt x="28575" y="285750"/>
                    </a:lnTo>
                    <a:cubicBezTo>
                      <a:pt x="12793" y="285750"/>
                      <a:pt x="0" y="272957"/>
                      <a:pt x="0" y="257175"/>
                    </a:cubicBezTo>
                    <a:lnTo>
                      <a:pt x="0" y="28575"/>
                    </a:lnTo>
                    <a:cubicBezTo>
                      <a:pt x="0" y="12793"/>
                      <a:pt x="12793" y="0"/>
                      <a:pt x="28575" y="0"/>
                    </a:cubicBezTo>
                    <a:lnTo>
                      <a:pt x="342900" y="0"/>
                    </a:lnTo>
                    <a:cubicBezTo>
                      <a:pt x="358682" y="0"/>
                      <a:pt x="371475" y="12793"/>
                      <a:pt x="371475" y="28575"/>
                    </a:cubicBezTo>
                    <a:close/>
                    <a:moveTo>
                      <a:pt x="342900" y="28575"/>
                    </a:moveTo>
                    <a:lnTo>
                      <a:pt x="28575" y="28575"/>
                    </a:lnTo>
                    <a:lnTo>
                      <a:pt x="28575" y="257175"/>
                    </a:lnTo>
                    <a:lnTo>
                      <a:pt x="144786" y="257175"/>
                    </a:lnTo>
                    <a:cubicBezTo>
                      <a:pt x="149936" y="257129"/>
                      <a:pt x="154713" y="259858"/>
                      <a:pt x="157288" y="264319"/>
                    </a:cubicBezTo>
                    <a:lnTo>
                      <a:pt x="185863" y="314325"/>
                    </a:lnTo>
                    <a:lnTo>
                      <a:pt x="214438" y="264319"/>
                    </a:lnTo>
                    <a:cubicBezTo>
                      <a:pt x="217013" y="259858"/>
                      <a:pt x="221789" y="257129"/>
                      <a:pt x="226939" y="257175"/>
                    </a:cubicBezTo>
                    <a:lnTo>
                      <a:pt x="342900" y="257175"/>
                    </a:lnTo>
                    <a:close/>
                  </a:path>
                </a:pathLst>
              </a:custGeom>
              <a:solidFill>
                <a:schemeClr val="accent1"/>
              </a:solidFill>
              <a:ln>
                <a:noFill/>
              </a:ln>
            </p:spPr>
          </p:sp>
        </p:grpSp>
        <p:sp>
          <p:nvSpPr>
            <p:cNvPr id="36" name="TextBox 36"/>
            <p:cNvSpPr txBox="1"/>
            <p:nvPr/>
          </p:nvSpPr>
          <p:spPr>
            <a:xfrm>
              <a:off x="6966204" y="5480050"/>
              <a:ext cx="1107599"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ONE BOX OPEN</a:t>
              </a:r>
            </a:p>
          </p:txBody>
        </p:sp>
        <p:sp>
          <p:nvSpPr>
            <p:cNvPr id="37" name="TextBox 37"/>
            <p:cNvSpPr txBox="1"/>
            <p:nvPr/>
          </p:nvSpPr>
          <p:spPr>
            <a:xfrm>
              <a:off x="6963156" y="5727700"/>
              <a:ext cx="2356306" cy="352044"/>
            </a:xfrm>
            <a:prstGeom prst="rect">
              <a:avLst/>
            </a:prstGeom>
            <a:noFill/>
            <a:ln>
              <a:noFill/>
            </a:ln>
          </p:spPr>
          <p:txBody>
            <a:bodyPr wrap="none" lIns="0" tIns="0" rIns="0" bIns="0" anchor="t" anchorCtr="0">
              <a:spAutoFit/>
            </a:bodyPr>
            <a:lstStyle/>
            <a:p>
              <a:pPr algn="l"/>
              <a:r>
                <a:rPr lang="en" sz="1800" dirty="0">
                  <a:solidFill>
                    <a:schemeClr val="dk1"/>
                  </a:solidFill>
                  <a:latin typeface="+mn-lt"/>
                  <a:ea typeface="+mn-ea"/>
                  <a:cs typeface="+mn-cs"/>
                </a:rPr>
                <a:t>Refine only that screen.</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gradFill>
          <a:gsLst>
            <a:gs pos="0">
              <a:srgbClr val="FFF1F2"/>
            </a:gs>
            <a:gs pos="42000">
              <a:schemeClr val="lt2"/>
            </a:gs>
            <a:gs pos="100000">
              <a:schemeClr val="lt1"/>
            </a:gs>
          </a:gsLst>
          <a:lin ang="2700000" scaled="1"/>
        </a:gradFill>
        <a:effectLst/>
      </p:bgPr>
    </p:bg>
    <p:spTree>
      <p:nvGrpSpPr>
        <p:cNvPr id="1" name=""/>
        <p:cNvGrpSpPr/>
        <p:nvPr/>
      </p:nvGrpSpPr>
      <p:grpSpPr>
        <a:xfrm>
          <a:off x="0" y="0"/>
          <a:ext cx="0" cy="0"/>
          <a:chOff x="0" y="0"/>
          <a:chExt cx="0" cy="0"/>
        </a:xfrm>
      </p:grpSpPr>
      <p:grpSp>
        <p:nvGrpSpPr>
          <p:cNvPr id="4" name="header"/>
          <p:cNvGrpSpPr/>
          <p:nvPr/>
        </p:nvGrpSpPr>
        <p:grpSpPr>
          <a:xfrm>
            <a:off x="518160" y="260350"/>
            <a:ext cx="3578487" cy="847090"/>
            <a:chOff x="518160" y="260350"/>
            <a:chExt cx="3578487" cy="847090"/>
          </a:xfrm>
        </p:grpSpPr>
        <p:sp>
          <p:nvSpPr>
            <p:cNvPr id="2" name="TextBox 2"/>
            <p:cNvSpPr txBox="1"/>
            <p:nvPr/>
          </p:nvSpPr>
          <p:spPr>
            <a:xfrm>
              <a:off x="527304" y="260350"/>
              <a:ext cx="2796813"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APPENDIX · PRINT STEP 3 · 15 MINUTES</a:t>
              </a:r>
            </a:p>
          </p:txBody>
        </p:sp>
        <p:sp>
          <p:nvSpPr>
            <p:cNvPr id="3" name="TextBox 3"/>
            <p:cNvSpPr txBox="1"/>
            <p:nvPr/>
          </p:nvSpPr>
          <p:spPr>
            <a:xfrm>
              <a:off x="518160" y="520700"/>
              <a:ext cx="3578487" cy="586740"/>
            </a:xfrm>
            <a:prstGeom prst="rect">
              <a:avLst/>
            </a:prstGeom>
            <a:noFill/>
            <a:ln>
              <a:noFill/>
            </a:ln>
          </p:spPr>
          <p:txBody>
            <a:bodyPr wrap="none" lIns="0" tIns="0" rIns="0" bIns="0" anchor="t" anchorCtr="0">
              <a:spAutoFit/>
            </a:bodyPr>
            <a:lstStyle/>
            <a:p>
              <a:pPr algn="l"/>
              <a:r>
                <a:rPr lang="en" sz="3000" b="1" dirty="0">
                  <a:solidFill>
                    <a:schemeClr val="dk1"/>
                  </a:solidFill>
                  <a:latin typeface="+mn-lt"/>
                  <a:ea typeface="+mn-ea"/>
                  <a:cs typeface="+mn-cs"/>
                </a:rPr>
                <a:t>Build it, then present</a:t>
              </a:r>
            </a:p>
          </p:txBody>
        </p:sp>
      </p:grpSp>
      <p:grpSp>
        <p:nvGrpSpPr>
          <p:cNvPr id="29" name="flow"/>
          <p:cNvGrpSpPr/>
          <p:nvPr/>
        </p:nvGrpSpPr>
        <p:grpSpPr>
          <a:xfrm>
            <a:off x="457200" y="1333500"/>
            <a:ext cx="6953250" cy="4800600"/>
            <a:chOff x="457200" y="1333500"/>
            <a:chExt cx="6953250" cy="4800600"/>
          </a:xfrm>
        </p:grpSpPr>
        <p:sp>
          <p:nvSpPr>
            <p:cNvPr id="5" name="Rectangle 5"/>
            <p:cNvSpPr/>
            <p:nvPr/>
          </p:nvSpPr>
          <p:spPr>
            <a:xfrm>
              <a:off x="552450" y="1466850"/>
              <a:ext cx="6858000" cy="1428750"/>
            </a:xfrm>
            <a:prstGeom prst="roundRect">
              <a:avLst>
                <a:gd name="adj" fmla="val 14667"/>
              </a:avLst>
            </a:prstGeom>
            <a:solidFill>
              <a:schemeClr val="accent1">
                <a:alpha val="18000"/>
              </a:schemeClr>
            </a:solidFill>
            <a:ln>
              <a:noFill/>
            </a:ln>
          </p:spPr>
        </p:sp>
        <p:sp>
          <p:nvSpPr>
            <p:cNvPr id="6" name="Rectangle 6"/>
            <p:cNvSpPr/>
            <p:nvPr/>
          </p:nvSpPr>
          <p:spPr>
            <a:xfrm>
              <a:off x="457200" y="1333500"/>
              <a:ext cx="6858000" cy="1428750"/>
            </a:xfrm>
            <a:prstGeom prst="roundRect">
              <a:avLst>
                <a:gd name="adj" fmla="val 14667"/>
              </a:avLst>
            </a:prstGeom>
            <a:solidFill>
              <a:srgbClr val="FFFFFF"/>
            </a:solidFill>
            <a:ln>
              <a:noFill/>
            </a:ln>
            <a:effectLst>
              <a:outerShdw blurRad="114300" dist="76200" dir="5400000" algn="ctr" rotWithShape="0">
                <a:srgbClr val="8A0010">
                  <a:alpha val="12000"/>
                </a:srgbClr>
              </a:outerShdw>
            </a:effectLst>
          </p:spPr>
        </p:sp>
        <p:grpSp>
          <p:nvGrpSpPr>
            <p:cNvPr id="9" name="Group 9"/>
            <p:cNvGrpSpPr/>
            <p:nvPr/>
          </p:nvGrpSpPr>
          <p:grpSpPr>
            <a:xfrm>
              <a:off x="754856" y="1864519"/>
              <a:ext cx="433388" cy="325041"/>
              <a:chOff x="754856" y="1864519"/>
              <a:chExt cx="433388" cy="325041"/>
            </a:xfrm>
          </p:grpSpPr>
          <p:sp>
            <p:nvSpPr>
              <p:cNvPr id="7" name="Freeform 7"/>
              <p:cNvSpPr/>
              <p:nvPr/>
            </p:nvSpPr>
            <p:spPr>
              <a:xfrm>
                <a:off x="801291" y="1879997"/>
                <a:ext cx="340519" cy="232172"/>
              </a:xfrm>
              <a:custGeom>
                <a:avLst/>
                <a:gdLst/>
                <a:ahLst/>
                <a:cxnLst/>
                <a:rect l="l" t="t" r="r" b="b"/>
                <a:pathLst>
                  <a:path w="340519" h="232172">
                    <a:moveTo>
                      <a:pt x="340519" y="30956"/>
                    </a:moveTo>
                    <a:lnTo>
                      <a:pt x="340519" y="232172"/>
                    </a:lnTo>
                    <a:lnTo>
                      <a:pt x="0" y="232172"/>
                    </a:lnTo>
                    <a:lnTo>
                      <a:pt x="0" y="30956"/>
                    </a:lnTo>
                    <a:cubicBezTo>
                      <a:pt x="0" y="13860"/>
                      <a:pt x="13860" y="0"/>
                      <a:pt x="30956" y="0"/>
                    </a:cubicBezTo>
                    <a:lnTo>
                      <a:pt x="309562" y="0"/>
                    </a:lnTo>
                    <a:cubicBezTo>
                      <a:pt x="326659" y="0"/>
                      <a:pt x="340519" y="13860"/>
                      <a:pt x="340519" y="30956"/>
                    </a:cubicBezTo>
                    <a:close/>
                  </a:path>
                </a:pathLst>
              </a:custGeom>
              <a:solidFill>
                <a:schemeClr val="accent1">
                  <a:alpha val="20000"/>
                </a:schemeClr>
              </a:solidFill>
              <a:ln>
                <a:noFill/>
              </a:ln>
            </p:spPr>
          </p:sp>
          <p:sp>
            <p:nvSpPr>
              <p:cNvPr id="8" name="Freeform 8"/>
              <p:cNvSpPr/>
              <p:nvPr/>
            </p:nvSpPr>
            <p:spPr>
              <a:xfrm>
                <a:off x="754856" y="1864519"/>
                <a:ext cx="433388" cy="325041"/>
              </a:xfrm>
              <a:custGeom>
                <a:avLst/>
                <a:gdLst/>
                <a:ahLst/>
                <a:cxnLst/>
                <a:rect l="l" t="t" r="r" b="b"/>
                <a:pathLst>
                  <a:path w="433388" h="325041">
                    <a:moveTo>
                      <a:pt x="417909" y="232172"/>
                    </a:moveTo>
                    <a:lnTo>
                      <a:pt x="402431" y="232172"/>
                    </a:lnTo>
                    <a:lnTo>
                      <a:pt x="402431" y="46434"/>
                    </a:lnTo>
                    <a:cubicBezTo>
                      <a:pt x="402431" y="20789"/>
                      <a:pt x="381642" y="0"/>
                      <a:pt x="355997" y="0"/>
                    </a:cubicBezTo>
                    <a:lnTo>
                      <a:pt x="77391" y="0"/>
                    </a:lnTo>
                    <a:cubicBezTo>
                      <a:pt x="51746" y="0"/>
                      <a:pt x="30956" y="20789"/>
                      <a:pt x="30956" y="46434"/>
                    </a:cubicBezTo>
                    <a:lnTo>
                      <a:pt x="30956" y="232172"/>
                    </a:lnTo>
                    <a:lnTo>
                      <a:pt x="15478" y="232172"/>
                    </a:lnTo>
                    <a:cubicBezTo>
                      <a:pt x="6930" y="232172"/>
                      <a:pt x="0" y="239102"/>
                      <a:pt x="0" y="247650"/>
                    </a:cubicBezTo>
                    <a:lnTo>
                      <a:pt x="0" y="278606"/>
                    </a:lnTo>
                    <a:cubicBezTo>
                      <a:pt x="0" y="304251"/>
                      <a:pt x="20789" y="325041"/>
                      <a:pt x="46434" y="325041"/>
                    </a:cubicBezTo>
                    <a:lnTo>
                      <a:pt x="386953" y="325041"/>
                    </a:lnTo>
                    <a:cubicBezTo>
                      <a:pt x="412598" y="325041"/>
                      <a:pt x="433388" y="304251"/>
                      <a:pt x="433388" y="278606"/>
                    </a:cubicBezTo>
                    <a:lnTo>
                      <a:pt x="433388" y="247650"/>
                    </a:lnTo>
                    <a:cubicBezTo>
                      <a:pt x="433388" y="239102"/>
                      <a:pt x="426458" y="232172"/>
                      <a:pt x="417909" y="232172"/>
                    </a:cubicBezTo>
                    <a:close/>
                    <a:moveTo>
                      <a:pt x="61912" y="46434"/>
                    </a:moveTo>
                    <a:cubicBezTo>
                      <a:pt x="61912" y="37886"/>
                      <a:pt x="68842" y="30956"/>
                      <a:pt x="77391" y="30956"/>
                    </a:cubicBezTo>
                    <a:lnTo>
                      <a:pt x="355997" y="30956"/>
                    </a:lnTo>
                    <a:cubicBezTo>
                      <a:pt x="364545" y="30956"/>
                      <a:pt x="371475" y="37886"/>
                      <a:pt x="371475" y="46434"/>
                    </a:cubicBezTo>
                    <a:lnTo>
                      <a:pt x="371475" y="232172"/>
                    </a:lnTo>
                    <a:lnTo>
                      <a:pt x="61912" y="232172"/>
                    </a:lnTo>
                    <a:close/>
                    <a:moveTo>
                      <a:pt x="402431" y="278606"/>
                    </a:moveTo>
                    <a:cubicBezTo>
                      <a:pt x="402431" y="287155"/>
                      <a:pt x="395501" y="294084"/>
                      <a:pt x="386953" y="294084"/>
                    </a:cubicBezTo>
                    <a:lnTo>
                      <a:pt x="46434" y="294084"/>
                    </a:lnTo>
                    <a:cubicBezTo>
                      <a:pt x="37886" y="294084"/>
                      <a:pt x="30956" y="287155"/>
                      <a:pt x="30956" y="278606"/>
                    </a:cubicBezTo>
                    <a:lnTo>
                      <a:pt x="30956" y="263128"/>
                    </a:lnTo>
                    <a:lnTo>
                      <a:pt x="402431" y="263128"/>
                    </a:lnTo>
                    <a:close/>
                    <a:moveTo>
                      <a:pt x="263128" y="77391"/>
                    </a:moveTo>
                    <a:cubicBezTo>
                      <a:pt x="263128" y="85939"/>
                      <a:pt x="256198" y="92869"/>
                      <a:pt x="247650" y="92869"/>
                    </a:cubicBezTo>
                    <a:lnTo>
                      <a:pt x="185738" y="92869"/>
                    </a:lnTo>
                    <a:cubicBezTo>
                      <a:pt x="177189" y="92869"/>
                      <a:pt x="170259" y="85939"/>
                      <a:pt x="170259" y="77391"/>
                    </a:cubicBezTo>
                    <a:cubicBezTo>
                      <a:pt x="170259" y="68842"/>
                      <a:pt x="177189" y="61912"/>
                      <a:pt x="185738" y="61912"/>
                    </a:cubicBezTo>
                    <a:lnTo>
                      <a:pt x="247650" y="61912"/>
                    </a:lnTo>
                    <a:cubicBezTo>
                      <a:pt x="256198" y="61912"/>
                      <a:pt x="263128" y="68842"/>
                      <a:pt x="263128" y="77391"/>
                    </a:cubicBezTo>
                    <a:close/>
                  </a:path>
                </a:pathLst>
              </a:custGeom>
              <a:solidFill>
                <a:schemeClr val="accent1"/>
              </a:solidFill>
              <a:ln>
                <a:noFill/>
              </a:ln>
            </p:spPr>
          </p:sp>
        </p:grpSp>
        <p:sp>
          <p:nvSpPr>
            <p:cNvPr id="10" name="TextBox 10"/>
            <p:cNvSpPr txBox="1"/>
            <p:nvPr/>
          </p:nvSpPr>
          <p:spPr>
            <a:xfrm>
              <a:off x="1441704" y="1727200"/>
              <a:ext cx="94062"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1</a:t>
              </a:r>
            </a:p>
          </p:txBody>
        </p:sp>
        <p:sp>
          <p:nvSpPr>
            <p:cNvPr id="11" name="TextBox 11"/>
            <p:cNvSpPr txBox="1"/>
            <p:nvPr/>
          </p:nvSpPr>
          <p:spPr>
            <a:xfrm>
              <a:off x="1741932" y="1612900"/>
              <a:ext cx="1125952" cy="410718"/>
            </a:xfrm>
            <a:prstGeom prst="rect">
              <a:avLst/>
            </a:prstGeom>
            <a:noFill/>
            <a:ln>
              <a:noFill/>
            </a:ln>
          </p:spPr>
          <p:txBody>
            <a:bodyPr wrap="none" lIns="0" tIns="0" rIns="0" bIns="0" anchor="t" anchorCtr="0">
              <a:spAutoFit/>
            </a:bodyPr>
            <a:lstStyle/>
            <a:p>
              <a:pPr algn="l"/>
              <a:r>
                <a:rPr lang="en" sz="2100" b="1" dirty="0">
                  <a:solidFill>
                    <a:schemeClr val="dk1"/>
                  </a:solidFill>
                  <a:latin typeface="+mn-lt"/>
                  <a:ea typeface="+mn-ea"/>
                  <a:cs typeface="+mn-cs"/>
                </a:rPr>
                <a:t>Generate</a:t>
              </a:r>
            </a:p>
          </p:txBody>
        </p:sp>
        <p:sp>
          <p:nvSpPr>
            <p:cNvPr id="12" name="TextBox 12"/>
            <p:cNvSpPr txBox="1"/>
            <p:nvPr/>
          </p:nvSpPr>
          <p:spPr>
            <a:xfrm>
              <a:off x="1438656" y="2032000"/>
              <a:ext cx="2128789" cy="352044"/>
            </a:xfrm>
            <a:prstGeom prst="rect">
              <a:avLst/>
            </a:prstGeom>
            <a:noFill/>
            <a:ln>
              <a:noFill/>
            </a:ln>
          </p:spPr>
          <p:txBody>
            <a:bodyPr wrap="none" lIns="0" tIns="0" rIns="0" bIns="0" anchor="t" anchorCtr="0">
              <a:spAutoFit/>
            </a:bodyPr>
            <a:lstStyle/>
            <a:p>
              <a:pPr algn="l"/>
              <a:r>
                <a:rPr lang="en" sz="1800" dirty="0">
                  <a:solidFill>
                    <a:schemeClr val="accent5"/>
                  </a:solidFill>
                  <a:latin typeface="+mn-lt"/>
                  <a:ea typeface="+mn-ea"/>
                  <a:cs typeface="+mn-cs"/>
                </a:rPr>
                <a:t>One screen at a time.</a:t>
              </a:r>
            </a:p>
          </p:txBody>
        </p:sp>
        <p:sp>
          <p:nvSpPr>
            <p:cNvPr id="13" name="Rectangle 13"/>
            <p:cNvSpPr/>
            <p:nvPr/>
          </p:nvSpPr>
          <p:spPr>
            <a:xfrm>
              <a:off x="552450" y="3086100"/>
              <a:ext cx="6858000" cy="1428750"/>
            </a:xfrm>
            <a:prstGeom prst="roundRect">
              <a:avLst>
                <a:gd name="adj" fmla="val 14667"/>
              </a:avLst>
            </a:prstGeom>
            <a:solidFill>
              <a:schemeClr val="accent1">
                <a:alpha val="18000"/>
              </a:schemeClr>
            </a:solidFill>
            <a:ln>
              <a:noFill/>
            </a:ln>
          </p:spPr>
        </p:sp>
        <p:sp>
          <p:nvSpPr>
            <p:cNvPr id="14" name="Rectangle 14"/>
            <p:cNvSpPr/>
            <p:nvPr/>
          </p:nvSpPr>
          <p:spPr>
            <a:xfrm>
              <a:off x="457200" y="2952750"/>
              <a:ext cx="6858000" cy="1428750"/>
            </a:xfrm>
            <a:prstGeom prst="roundRect">
              <a:avLst>
                <a:gd name="adj" fmla="val 14667"/>
              </a:avLst>
            </a:prstGeom>
            <a:solidFill>
              <a:srgbClr val="FFFFFF"/>
            </a:solidFill>
            <a:ln>
              <a:noFill/>
            </a:ln>
            <a:effectLst>
              <a:outerShdw blurRad="114300" dist="76200" dir="5400000" algn="ctr" rotWithShape="0">
                <a:srgbClr val="8A0010">
                  <a:alpha val="12000"/>
                </a:srgbClr>
              </a:outerShdw>
            </a:effectLst>
          </p:spPr>
        </p:sp>
        <p:grpSp>
          <p:nvGrpSpPr>
            <p:cNvPr id="17" name="Group 17"/>
            <p:cNvGrpSpPr/>
            <p:nvPr/>
          </p:nvGrpSpPr>
          <p:grpSpPr>
            <a:xfrm>
              <a:off x="785786" y="3437320"/>
              <a:ext cx="386975" cy="386994"/>
              <a:chOff x="785786" y="3437320"/>
              <a:chExt cx="386975" cy="386994"/>
            </a:xfrm>
          </p:grpSpPr>
          <p:sp>
            <p:nvSpPr>
              <p:cNvPr id="15" name="Freeform 15"/>
              <p:cNvSpPr/>
              <p:nvPr/>
            </p:nvSpPr>
            <p:spPr>
              <a:xfrm>
                <a:off x="987028" y="3451300"/>
                <a:ext cx="170291" cy="171772"/>
              </a:xfrm>
              <a:custGeom>
                <a:avLst/>
                <a:gdLst/>
                <a:ahLst/>
                <a:cxnLst/>
                <a:rect l="l" t="t" r="r" b="b"/>
                <a:pathLst>
                  <a:path w="170291" h="171772">
                    <a:moveTo>
                      <a:pt x="165732" y="114387"/>
                    </a:moveTo>
                    <a:lnTo>
                      <a:pt x="108347" y="171772"/>
                    </a:lnTo>
                    <a:lnTo>
                      <a:pt x="0" y="63425"/>
                    </a:lnTo>
                    <a:lnTo>
                      <a:pt x="57385" y="6040"/>
                    </a:lnTo>
                    <a:cubicBezTo>
                      <a:pt x="63429" y="0"/>
                      <a:pt x="73224" y="0"/>
                      <a:pt x="79267" y="6040"/>
                    </a:cubicBezTo>
                    <a:lnTo>
                      <a:pt x="165732" y="92446"/>
                    </a:lnTo>
                    <a:cubicBezTo>
                      <a:pt x="168650" y="95351"/>
                      <a:pt x="170291" y="99299"/>
                      <a:pt x="170291" y="103417"/>
                    </a:cubicBezTo>
                    <a:cubicBezTo>
                      <a:pt x="170291" y="107534"/>
                      <a:pt x="168650" y="111482"/>
                      <a:pt x="165732" y="114387"/>
                    </a:cubicBezTo>
                    <a:close/>
                  </a:path>
                </a:pathLst>
              </a:custGeom>
              <a:solidFill>
                <a:schemeClr val="accent1">
                  <a:alpha val="20000"/>
                </a:schemeClr>
              </a:solidFill>
              <a:ln>
                <a:noFill/>
              </a:ln>
            </p:spPr>
          </p:sp>
          <p:sp>
            <p:nvSpPr>
              <p:cNvPr id="16" name="Freeform 16"/>
              <p:cNvSpPr/>
              <p:nvPr/>
            </p:nvSpPr>
            <p:spPr>
              <a:xfrm>
                <a:off x="785786" y="3437320"/>
                <a:ext cx="386975" cy="386994"/>
              </a:xfrm>
              <a:custGeom>
                <a:avLst/>
                <a:gdLst/>
                <a:ahLst/>
                <a:cxnLst/>
                <a:rect l="l" t="t" r="r" b="b"/>
                <a:pathLst>
                  <a:path w="386975" h="386994">
                    <a:moveTo>
                      <a:pt x="377905" y="95534"/>
                    </a:moveTo>
                    <a:lnTo>
                      <a:pt x="291460" y="9069"/>
                    </a:lnTo>
                    <a:cubicBezTo>
                      <a:pt x="285654" y="3262"/>
                      <a:pt x="277779" y="0"/>
                      <a:pt x="269568" y="0"/>
                    </a:cubicBezTo>
                    <a:cubicBezTo>
                      <a:pt x="261357" y="0"/>
                      <a:pt x="253482" y="3262"/>
                      <a:pt x="247676" y="9069"/>
                    </a:cubicBezTo>
                    <a:lnTo>
                      <a:pt x="9100" y="247665"/>
                    </a:lnTo>
                    <a:cubicBezTo>
                      <a:pt x="3269" y="253450"/>
                      <a:pt x="0" y="261332"/>
                      <a:pt x="26" y="269547"/>
                    </a:cubicBezTo>
                    <a:lnTo>
                      <a:pt x="26" y="356012"/>
                    </a:lnTo>
                    <a:cubicBezTo>
                      <a:pt x="26" y="373108"/>
                      <a:pt x="13886" y="386968"/>
                      <a:pt x="30982" y="386968"/>
                    </a:cubicBezTo>
                    <a:lnTo>
                      <a:pt x="117447" y="386968"/>
                    </a:lnTo>
                    <a:cubicBezTo>
                      <a:pt x="125662" y="386994"/>
                      <a:pt x="133544" y="383725"/>
                      <a:pt x="139329" y="377894"/>
                    </a:cubicBezTo>
                    <a:lnTo>
                      <a:pt x="377905" y="139318"/>
                    </a:lnTo>
                    <a:cubicBezTo>
                      <a:pt x="383712" y="133512"/>
                      <a:pt x="386975" y="125637"/>
                      <a:pt x="386975" y="117426"/>
                    </a:cubicBezTo>
                    <a:cubicBezTo>
                      <a:pt x="386975" y="109215"/>
                      <a:pt x="383712" y="101340"/>
                      <a:pt x="377905" y="95534"/>
                    </a:cubicBezTo>
                    <a:close/>
                    <a:moveTo>
                      <a:pt x="117447" y="356012"/>
                    </a:moveTo>
                    <a:lnTo>
                      <a:pt x="30982" y="356012"/>
                    </a:lnTo>
                    <a:lnTo>
                      <a:pt x="30982" y="269547"/>
                    </a:lnTo>
                    <a:lnTo>
                      <a:pt x="201242" y="99287"/>
                    </a:lnTo>
                    <a:lnTo>
                      <a:pt x="287707" y="185752"/>
                    </a:lnTo>
                    <a:close/>
                    <a:moveTo>
                      <a:pt x="309589" y="163851"/>
                    </a:moveTo>
                    <a:lnTo>
                      <a:pt x="223124" y="77405"/>
                    </a:lnTo>
                    <a:lnTo>
                      <a:pt x="269558" y="30971"/>
                    </a:lnTo>
                    <a:lnTo>
                      <a:pt x="356023" y="117416"/>
                    </a:lnTo>
                    <a:close/>
                  </a:path>
                </a:pathLst>
              </a:custGeom>
              <a:solidFill>
                <a:schemeClr val="accent1"/>
              </a:solidFill>
              <a:ln>
                <a:noFill/>
              </a:ln>
            </p:spPr>
          </p:sp>
        </p:grpSp>
        <p:sp>
          <p:nvSpPr>
            <p:cNvPr id="18" name="TextBox 18"/>
            <p:cNvSpPr txBox="1"/>
            <p:nvPr/>
          </p:nvSpPr>
          <p:spPr>
            <a:xfrm>
              <a:off x="1441704" y="3346450"/>
              <a:ext cx="94062"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2</a:t>
              </a:r>
            </a:p>
          </p:txBody>
        </p:sp>
        <p:sp>
          <p:nvSpPr>
            <p:cNvPr id="19" name="TextBox 19"/>
            <p:cNvSpPr txBox="1"/>
            <p:nvPr/>
          </p:nvSpPr>
          <p:spPr>
            <a:xfrm>
              <a:off x="1741932" y="3232150"/>
              <a:ext cx="1994187" cy="410718"/>
            </a:xfrm>
            <a:prstGeom prst="rect">
              <a:avLst/>
            </a:prstGeom>
            <a:noFill/>
            <a:ln>
              <a:noFill/>
            </a:ln>
          </p:spPr>
          <p:txBody>
            <a:bodyPr wrap="none" lIns="0" tIns="0" rIns="0" bIns="0" anchor="t" anchorCtr="0">
              <a:spAutoFit/>
            </a:bodyPr>
            <a:lstStyle/>
            <a:p>
              <a:pPr algn="l"/>
              <a:r>
                <a:rPr lang="en" sz="2100" b="1" dirty="0">
                  <a:solidFill>
                    <a:schemeClr val="dk1"/>
                  </a:solidFill>
                  <a:latin typeface="+mn-lt"/>
                  <a:ea typeface="+mn-ea"/>
                  <a:cs typeface="+mn-cs"/>
                </a:rPr>
                <a:t>One or two edits</a:t>
              </a:r>
            </a:p>
          </p:txBody>
        </p:sp>
        <p:sp>
          <p:nvSpPr>
            <p:cNvPr id="20" name="TextBox 20"/>
            <p:cNvSpPr txBox="1"/>
            <p:nvPr/>
          </p:nvSpPr>
          <p:spPr>
            <a:xfrm>
              <a:off x="1438656" y="3651250"/>
              <a:ext cx="1853378" cy="352044"/>
            </a:xfrm>
            <a:prstGeom prst="rect">
              <a:avLst/>
            </a:prstGeom>
            <a:noFill/>
            <a:ln>
              <a:noFill/>
            </a:ln>
          </p:spPr>
          <p:txBody>
            <a:bodyPr wrap="none" lIns="0" tIns="0" rIns="0" bIns="0" anchor="t" anchorCtr="0">
              <a:spAutoFit/>
            </a:bodyPr>
            <a:lstStyle/>
            <a:p>
              <a:pPr algn="l"/>
              <a:r>
                <a:rPr lang="en" sz="1800" dirty="0">
                  <a:solidFill>
                    <a:schemeClr val="accent5"/>
                  </a:solidFill>
                  <a:latin typeface="+mn-lt"/>
                  <a:ea typeface="+mn-ea"/>
                  <a:cs typeface="+mn-cs"/>
                </a:rPr>
                <a:t>Use Refine screen.</a:t>
              </a:r>
            </a:p>
          </p:txBody>
        </p:sp>
        <p:sp>
          <p:nvSpPr>
            <p:cNvPr id="21" name="Rectangle 21"/>
            <p:cNvSpPr/>
            <p:nvPr/>
          </p:nvSpPr>
          <p:spPr>
            <a:xfrm>
              <a:off x="552450" y="4705350"/>
              <a:ext cx="6858000" cy="1428750"/>
            </a:xfrm>
            <a:prstGeom prst="roundRect">
              <a:avLst>
                <a:gd name="adj" fmla="val 14667"/>
              </a:avLst>
            </a:prstGeom>
            <a:solidFill>
              <a:schemeClr val="accent1">
                <a:alpha val="18000"/>
              </a:schemeClr>
            </a:solidFill>
            <a:ln>
              <a:noFill/>
            </a:ln>
          </p:spPr>
        </p:sp>
        <p:sp>
          <p:nvSpPr>
            <p:cNvPr id="22" name="Rectangle 22"/>
            <p:cNvSpPr/>
            <p:nvPr/>
          </p:nvSpPr>
          <p:spPr>
            <a:xfrm>
              <a:off x="457200" y="4572000"/>
              <a:ext cx="6858000" cy="1428750"/>
            </a:xfrm>
            <a:prstGeom prst="roundRect">
              <a:avLst>
                <a:gd name="adj" fmla="val 14667"/>
              </a:avLst>
            </a:prstGeom>
            <a:solidFill>
              <a:srgbClr val="FFFFFF"/>
            </a:solidFill>
            <a:ln>
              <a:noFill/>
            </a:ln>
            <a:effectLst>
              <a:outerShdw blurRad="114300" dist="76200" dir="5400000" algn="ctr" rotWithShape="0">
                <a:srgbClr val="8A0010">
                  <a:alpha val="12000"/>
                </a:srgbClr>
              </a:outerShdw>
            </a:effectLst>
          </p:spPr>
        </p:sp>
        <p:grpSp>
          <p:nvGrpSpPr>
            <p:cNvPr id="25" name="Group 25"/>
            <p:cNvGrpSpPr/>
            <p:nvPr/>
          </p:nvGrpSpPr>
          <p:grpSpPr>
            <a:xfrm>
              <a:off x="770334" y="5087541"/>
              <a:ext cx="402431" cy="371475"/>
              <a:chOff x="770334" y="5087541"/>
              <a:chExt cx="402431" cy="371475"/>
            </a:xfrm>
          </p:grpSpPr>
          <p:sp>
            <p:nvSpPr>
              <p:cNvPr id="23" name="Freeform 23"/>
              <p:cNvSpPr/>
              <p:nvPr/>
            </p:nvSpPr>
            <p:spPr>
              <a:xfrm>
                <a:off x="785812" y="5103019"/>
                <a:ext cx="371475" cy="278606"/>
              </a:xfrm>
              <a:custGeom>
                <a:avLst/>
                <a:gdLst/>
                <a:ahLst/>
                <a:cxnLst/>
                <a:rect l="l" t="t" r="r" b="b"/>
                <a:pathLst>
                  <a:path w="371475" h="278606">
                    <a:moveTo>
                      <a:pt x="371475" y="30956"/>
                    </a:moveTo>
                    <a:lnTo>
                      <a:pt x="371475" y="247650"/>
                    </a:lnTo>
                    <a:cubicBezTo>
                      <a:pt x="371475" y="264747"/>
                      <a:pt x="357615" y="278606"/>
                      <a:pt x="340519" y="278606"/>
                    </a:cubicBezTo>
                    <a:lnTo>
                      <a:pt x="30956" y="278606"/>
                    </a:lnTo>
                    <a:cubicBezTo>
                      <a:pt x="13860" y="278606"/>
                      <a:pt x="0" y="264747"/>
                      <a:pt x="0" y="247650"/>
                    </a:cubicBezTo>
                    <a:lnTo>
                      <a:pt x="0" y="30956"/>
                    </a:lnTo>
                    <a:cubicBezTo>
                      <a:pt x="0" y="13860"/>
                      <a:pt x="13860" y="0"/>
                      <a:pt x="30956" y="0"/>
                    </a:cubicBezTo>
                    <a:lnTo>
                      <a:pt x="340519" y="0"/>
                    </a:lnTo>
                    <a:cubicBezTo>
                      <a:pt x="357615" y="0"/>
                      <a:pt x="371475" y="13860"/>
                      <a:pt x="371475" y="30956"/>
                    </a:cubicBezTo>
                    <a:close/>
                  </a:path>
                </a:pathLst>
              </a:custGeom>
              <a:solidFill>
                <a:schemeClr val="accent1">
                  <a:alpha val="20000"/>
                </a:schemeClr>
              </a:solidFill>
              <a:ln>
                <a:noFill/>
              </a:ln>
            </p:spPr>
          </p:sp>
          <p:sp>
            <p:nvSpPr>
              <p:cNvPr id="24" name="Freeform 24"/>
              <p:cNvSpPr/>
              <p:nvPr/>
            </p:nvSpPr>
            <p:spPr>
              <a:xfrm>
                <a:off x="770334" y="5087541"/>
                <a:ext cx="402431" cy="371475"/>
              </a:xfrm>
              <a:custGeom>
                <a:avLst/>
                <a:gdLst/>
                <a:ahLst/>
                <a:cxnLst/>
                <a:rect l="l" t="t" r="r" b="b"/>
                <a:pathLst>
                  <a:path w="402431" h="371475">
                    <a:moveTo>
                      <a:pt x="355997" y="0"/>
                    </a:moveTo>
                    <a:lnTo>
                      <a:pt x="46434" y="0"/>
                    </a:lnTo>
                    <a:cubicBezTo>
                      <a:pt x="20789" y="0"/>
                      <a:pt x="0" y="20789"/>
                      <a:pt x="0" y="46434"/>
                    </a:cubicBezTo>
                    <a:lnTo>
                      <a:pt x="0" y="263128"/>
                    </a:lnTo>
                    <a:cubicBezTo>
                      <a:pt x="0" y="288773"/>
                      <a:pt x="20789" y="309562"/>
                      <a:pt x="46434" y="309562"/>
                    </a:cubicBezTo>
                    <a:lnTo>
                      <a:pt x="355997" y="309562"/>
                    </a:lnTo>
                    <a:cubicBezTo>
                      <a:pt x="381642" y="309562"/>
                      <a:pt x="402431" y="288773"/>
                      <a:pt x="402431" y="263128"/>
                    </a:cubicBezTo>
                    <a:lnTo>
                      <a:pt x="402431" y="46434"/>
                    </a:lnTo>
                    <a:cubicBezTo>
                      <a:pt x="402431" y="20789"/>
                      <a:pt x="381642" y="0"/>
                      <a:pt x="355997" y="0"/>
                    </a:cubicBezTo>
                    <a:close/>
                    <a:moveTo>
                      <a:pt x="371475" y="263128"/>
                    </a:moveTo>
                    <a:cubicBezTo>
                      <a:pt x="371475" y="271676"/>
                      <a:pt x="364545" y="278606"/>
                      <a:pt x="355997" y="278606"/>
                    </a:cubicBezTo>
                    <a:lnTo>
                      <a:pt x="46434" y="278606"/>
                    </a:lnTo>
                    <a:cubicBezTo>
                      <a:pt x="37886" y="278606"/>
                      <a:pt x="30956" y="271676"/>
                      <a:pt x="30956" y="263128"/>
                    </a:cubicBezTo>
                    <a:lnTo>
                      <a:pt x="30956" y="46434"/>
                    </a:lnTo>
                    <a:cubicBezTo>
                      <a:pt x="30956" y="37886"/>
                      <a:pt x="37886" y="30956"/>
                      <a:pt x="46434" y="30956"/>
                    </a:cubicBezTo>
                    <a:lnTo>
                      <a:pt x="355997" y="30956"/>
                    </a:lnTo>
                    <a:cubicBezTo>
                      <a:pt x="364545" y="30956"/>
                      <a:pt x="371475" y="37886"/>
                      <a:pt x="371475" y="46434"/>
                    </a:cubicBezTo>
                    <a:close/>
                    <a:moveTo>
                      <a:pt x="278606" y="355997"/>
                    </a:moveTo>
                    <a:cubicBezTo>
                      <a:pt x="278606" y="364545"/>
                      <a:pt x="271676" y="371475"/>
                      <a:pt x="263128" y="371475"/>
                    </a:cubicBezTo>
                    <a:lnTo>
                      <a:pt x="139303" y="371475"/>
                    </a:lnTo>
                    <a:cubicBezTo>
                      <a:pt x="130755" y="371475"/>
                      <a:pt x="123825" y="364545"/>
                      <a:pt x="123825" y="355997"/>
                    </a:cubicBezTo>
                    <a:cubicBezTo>
                      <a:pt x="123825" y="347449"/>
                      <a:pt x="130755" y="340519"/>
                      <a:pt x="139303" y="340519"/>
                    </a:cubicBezTo>
                    <a:lnTo>
                      <a:pt x="263128" y="340519"/>
                    </a:lnTo>
                    <a:cubicBezTo>
                      <a:pt x="271676" y="340519"/>
                      <a:pt x="278606" y="347449"/>
                      <a:pt x="278606" y="355997"/>
                    </a:cubicBezTo>
                    <a:close/>
                  </a:path>
                </a:pathLst>
              </a:custGeom>
              <a:solidFill>
                <a:schemeClr val="accent1"/>
              </a:solidFill>
              <a:ln>
                <a:noFill/>
              </a:ln>
            </p:spPr>
          </p:sp>
        </p:grpSp>
        <p:sp>
          <p:nvSpPr>
            <p:cNvPr id="26" name="TextBox 26"/>
            <p:cNvSpPr txBox="1"/>
            <p:nvPr/>
          </p:nvSpPr>
          <p:spPr>
            <a:xfrm>
              <a:off x="1441704" y="4965700"/>
              <a:ext cx="94062"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3</a:t>
              </a:r>
            </a:p>
          </p:txBody>
        </p:sp>
        <p:sp>
          <p:nvSpPr>
            <p:cNvPr id="27" name="TextBox 27"/>
            <p:cNvSpPr txBox="1"/>
            <p:nvPr/>
          </p:nvSpPr>
          <p:spPr>
            <a:xfrm>
              <a:off x="1741932" y="4851400"/>
              <a:ext cx="1965327" cy="410718"/>
            </a:xfrm>
            <a:prstGeom prst="rect">
              <a:avLst/>
            </a:prstGeom>
            <a:noFill/>
            <a:ln>
              <a:noFill/>
            </a:ln>
          </p:spPr>
          <p:txBody>
            <a:bodyPr wrap="none" lIns="0" tIns="0" rIns="0" bIns="0" anchor="t" anchorCtr="0">
              <a:spAutoFit/>
            </a:bodyPr>
            <a:lstStyle/>
            <a:p>
              <a:pPr algn="l"/>
              <a:r>
                <a:rPr lang="en" sz="2100" b="1" dirty="0">
                  <a:solidFill>
                    <a:schemeClr val="dk1"/>
                  </a:solidFill>
                  <a:latin typeface="+mn-lt"/>
                  <a:ea typeface="+mn-ea"/>
                  <a:cs typeface="+mn-cs"/>
                </a:rPr>
                <a:t>Back to Screen 1</a:t>
              </a:r>
            </a:p>
          </p:txBody>
        </p:sp>
        <p:sp>
          <p:nvSpPr>
            <p:cNvPr id="28" name="TextBox 28"/>
            <p:cNvSpPr txBox="1"/>
            <p:nvPr/>
          </p:nvSpPr>
          <p:spPr>
            <a:xfrm>
              <a:off x="1438656" y="5270500"/>
              <a:ext cx="3439209" cy="352044"/>
            </a:xfrm>
            <a:prstGeom prst="rect">
              <a:avLst/>
            </a:prstGeom>
            <a:noFill/>
            <a:ln>
              <a:noFill/>
            </a:ln>
          </p:spPr>
          <p:txBody>
            <a:bodyPr wrap="none" lIns="0" tIns="0" rIns="0" bIns="0" anchor="t" anchorCtr="0">
              <a:spAutoFit/>
            </a:bodyPr>
            <a:lstStyle/>
            <a:p>
              <a:pPr algn="l"/>
              <a:r>
                <a:rPr lang="en" sz="1800" dirty="0">
                  <a:solidFill>
                    <a:schemeClr val="accent5"/>
                  </a:solidFill>
                  <a:latin typeface="+mn-lt"/>
                  <a:ea typeface="+mn-ea"/>
                  <a:cs typeface="+mn-cs"/>
                </a:rPr>
                <a:t>Start the story from the beginning.</a:t>
              </a:r>
            </a:p>
          </p:txBody>
        </p:sp>
      </p:grpSp>
      <p:grpSp>
        <p:nvGrpSpPr>
          <p:cNvPr id="52" name="close"/>
          <p:cNvGrpSpPr/>
          <p:nvPr/>
        </p:nvGrpSpPr>
        <p:grpSpPr>
          <a:xfrm>
            <a:off x="7848600" y="1333500"/>
            <a:ext cx="3790950" cy="4972050"/>
            <a:chOff x="7848600" y="1333500"/>
            <a:chExt cx="3790950" cy="4972050"/>
          </a:xfrm>
        </p:grpSpPr>
        <p:sp>
          <p:nvSpPr>
            <p:cNvPr id="30" name="Rectangle 30"/>
            <p:cNvSpPr/>
            <p:nvPr/>
          </p:nvSpPr>
          <p:spPr>
            <a:xfrm>
              <a:off x="7924800" y="1447800"/>
              <a:ext cx="3714750" cy="4857750"/>
            </a:xfrm>
            <a:prstGeom prst="roundRect">
              <a:avLst>
                <a:gd name="adj" fmla="val 5641"/>
              </a:avLst>
            </a:prstGeom>
            <a:solidFill>
              <a:schemeClr val="accent1">
                <a:alpha val="18000"/>
              </a:schemeClr>
            </a:solidFill>
            <a:ln>
              <a:noFill/>
            </a:ln>
          </p:spPr>
        </p:sp>
        <p:sp>
          <p:nvSpPr>
            <p:cNvPr id="31" name="Rectangle 31"/>
            <p:cNvSpPr/>
            <p:nvPr/>
          </p:nvSpPr>
          <p:spPr>
            <a:xfrm>
              <a:off x="7848600" y="1333500"/>
              <a:ext cx="3714750" cy="4857750"/>
            </a:xfrm>
            <a:prstGeom prst="roundRect">
              <a:avLst>
                <a:gd name="adj" fmla="val 5641"/>
              </a:avLst>
            </a:prstGeom>
            <a:solidFill>
              <a:srgbClr val="FFFFFF"/>
            </a:solidFill>
            <a:ln>
              <a:noFill/>
            </a:ln>
            <a:effectLst>
              <a:outerShdw blurRad="114300" dist="76200" dir="5400000" algn="ctr" rotWithShape="0">
                <a:srgbClr val="8A0010">
                  <a:alpha val="12000"/>
                </a:srgbClr>
              </a:outerShdw>
            </a:effectLst>
          </p:spPr>
        </p:sp>
        <p:grpSp>
          <p:nvGrpSpPr>
            <p:cNvPr id="34" name="Group 34"/>
            <p:cNvGrpSpPr/>
            <p:nvPr/>
          </p:nvGrpSpPr>
          <p:grpSpPr>
            <a:xfrm>
              <a:off x="9460706" y="1595438"/>
              <a:ext cx="433388" cy="452164"/>
              <a:chOff x="9460706" y="1595438"/>
              <a:chExt cx="433388" cy="452164"/>
            </a:xfrm>
          </p:grpSpPr>
          <p:sp>
            <p:nvSpPr>
              <p:cNvPr id="32" name="Freeform 32"/>
              <p:cNvSpPr/>
              <p:nvPr/>
            </p:nvSpPr>
            <p:spPr>
              <a:xfrm>
                <a:off x="9477375" y="1662112"/>
                <a:ext cx="400050" cy="283369"/>
              </a:xfrm>
              <a:custGeom>
                <a:avLst/>
                <a:gdLst/>
                <a:ahLst/>
                <a:cxnLst/>
                <a:rect l="l" t="t" r="r" b="b"/>
                <a:pathLst>
                  <a:path w="400050" h="283369">
                    <a:moveTo>
                      <a:pt x="400050" y="16669"/>
                    </a:moveTo>
                    <a:lnTo>
                      <a:pt x="400050" y="266700"/>
                    </a:lnTo>
                    <a:cubicBezTo>
                      <a:pt x="400050" y="275906"/>
                      <a:pt x="392587" y="283369"/>
                      <a:pt x="383381" y="283369"/>
                    </a:cubicBezTo>
                    <a:lnTo>
                      <a:pt x="16669" y="283369"/>
                    </a:lnTo>
                    <a:cubicBezTo>
                      <a:pt x="7463" y="283369"/>
                      <a:pt x="0" y="275906"/>
                      <a:pt x="0" y="266700"/>
                    </a:cubicBezTo>
                    <a:lnTo>
                      <a:pt x="0" y="16669"/>
                    </a:lnTo>
                    <a:cubicBezTo>
                      <a:pt x="0" y="7463"/>
                      <a:pt x="7463" y="0"/>
                      <a:pt x="16669" y="0"/>
                    </a:cubicBezTo>
                    <a:lnTo>
                      <a:pt x="383381" y="0"/>
                    </a:lnTo>
                    <a:cubicBezTo>
                      <a:pt x="392587" y="0"/>
                      <a:pt x="400050" y="7463"/>
                      <a:pt x="400050" y="16669"/>
                    </a:cubicBezTo>
                    <a:close/>
                  </a:path>
                </a:pathLst>
              </a:custGeom>
              <a:solidFill>
                <a:schemeClr val="accent1">
                  <a:alpha val="20000"/>
                </a:schemeClr>
              </a:solidFill>
              <a:ln>
                <a:noFill/>
              </a:ln>
            </p:spPr>
          </p:sp>
          <p:sp>
            <p:nvSpPr>
              <p:cNvPr id="33" name="Freeform 33"/>
              <p:cNvSpPr/>
              <p:nvPr/>
            </p:nvSpPr>
            <p:spPr>
              <a:xfrm>
                <a:off x="9460706" y="1595438"/>
                <a:ext cx="433388" cy="452164"/>
              </a:xfrm>
              <a:custGeom>
                <a:avLst/>
                <a:gdLst/>
                <a:ahLst/>
                <a:cxnLst/>
                <a:rect l="l" t="t" r="r" b="b"/>
                <a:pathLst>
                  <a:path w="433388" h="452164">
                    <a:moveTo>
                      <a:pt x="400050" y="50006"/>
                    </a:moveTo>
                    <a:lnTo>
                      <a:pt x="233362" y="50006"/>
                    </a:lnTo>
                    <a:lnTo>
                      <a:pt x="233362" y="16669"/>
                    </a:lnTo>
                    <a:cubicBezTo>
                      <a:pt x="233362" y="7463"/>
                      <a:pt x="225900" y="0"/>
                      <a:pt x="216694" y="0"/>
                    </a:cubicBezTo>
                    <a:cubicBezTo>
                      <a:pt x="207488" y="0"/>
                      <a:pt x="200025" y="7463"/>
                      <a:pt x="200025" y="16669"/>
                    </a:cubicBezTo>
                    <a:lnTo>
                      <a:pt x="200025" y="50006"/>
                    </a:lnTo>
                    <a:lnTo>
                      <a:pt x="33338" y="50006"/>
                    </a:lnTo>
                    <a:cubicBezTo>
                      <a:pt x="14926" y="50006"/>
                      <a:pt x="0" y="64932"/>
                      <a:pt x="0" y="83344"/>
                    </a:cubicBezTo>
                    <a:lnTo>
                      <a:pt x="0" y="333375"/>
                    </a:lnTo>
                    <a:cubicBezTo>
                      <a:pt x="0" y="351787"/>
                      <a:pt x="14926" y="366712"/>
                      <a:pt x="33338" y="366712"/>
                    </a:cubicBezTo>
                    <a:lnTo>
                      <a:pt x="115348" y="366712"/>
                    </a:lnTo>
                    <a:lnTo>
                      <a:pt x="70321" y="422970"/>
                    </a:lnTo>
                    <a:cubicBezTo>
                      <a:pt x="64568" y="430162"/>
                      <a:pt x="65734" y="440656"/>
                      <a:pt x="72926" y="446410"/>
                    </a:cubicBezTo>
                    <a:cubicBezTo>
                      <a:pt x="80118" y="452164"/>
                      <a:pt x="90613" y="450998"/>
                      <a:pt x="96366" y="443805"/>
                    </a:cubicBezTo>
                    <a:lnTo>
                      <a:pt x="158020" y="366712"/>
                    </a:lnTo>
                    <a:lnTo>
                      <a:pt x="275368" y="366712"/>
                    </a:lnTo>
                    <a:lnTo>
                      <a:pt x="337021" y="443805"/>
                    </a:lnTo>
                    <a:cubicBezTo>
                      <a:pt x="342775" y="450998"/>
                      <a:pt x="353270" y="452164"/>
                      <a:pt x="360462" y="446410"/>
                    </a:cubicBezTo>
                    <a:cubicBezTo>
                      <a:pt x="367654" y="440656"/>
                      <a:pt x="368820" y="430162"/>
                      <a:pt x="363066" y="422970"/>
                    </a:cubicBezTo>
                    <a:lnTo>
                      <a:pt x="318040" y="366712"/>
                    </a:lnTo>
                    <a:lnTo>
                      <a:pt x="400050" y="366712"/>
                    </a:lnTo>
                    <a:cubicBezTo>
                      <a:pt x="418462" y="366712"/>
                      <a:pt x="433388" y="351787"/>
                      <a:pt x="433388" y="333375"/>
                    </a:cubicBezTo>
                    <a:lnTo>
                      <a:pt x="433388" y="83344"/>
                    </a:lnTo>
                    <a:cubicBezTo>
                      <a:pt x="433388" y="64932"/>
                      <a:pt x="418462" y="50006"/>
                      <a:pt x="400050" y="50006"/>
                    </a:cubicBezTo>
                    <a:close/>
                    <a:moveTo>
                      <a:pt x="400050" y="333375"/>
                    </a:moveTo>
                    <a:lnTo>
                      <a:pt x="33338" y="333375"/>
                    </a:lnTo>
                    <a:lnTo>
                      <a:pt x="33338" y="83344"/>
                    </a:lnTo>
                    <a:lnTo>
                      <a:pt x="400050" y="83344"/>
                    </a:lnTo>
                    <a:lnTo>
                      <a:pt x="400050" y="333375"/>
                    </a:lnTo>
                    <a:close/>
                    <a:moveTo>
                      <a:pt x="166688" y="216694"/>
                    </a:moveTo>
                    <a:lnTo>
                      <a:pt x="166688" y="266700"/>
                    </a:lnTo>
                    <a:cubicBezTo>
                      <a:pt x="166688" y="275906"/>
                      <a:pt x="159225" y="283369"/>
                      <a:pt x="150019" y="283369"/>
                    </a:cubicBezTo>
                    <a:cubicBezTo>
                      <a:pt x="140813" y="283369"/>
                      <a:pt x="133350" y="275906"/>
                      <a:pt x="133350" y="266700"/>
                    </a:cubicBezTo>
                    <a:lnTo>
                      <a:pt x="133350" y="216694"/>
                    </a:lnTo>
                    <a:cubicBezTo>
                      <a:pt x="133350" y="207488"/>
                      <a:pt x="140813" y="200025"/>
                      <a:pt x="150019" y="200025"/>
                    </a:cubicBezTo>
                    <a:cubicBezTo>
                      <a:pt x="159225" y="200025"/>
                      <a:pt x="166688" y="207488"/>
                      <a:pt x="166688" y="216694"/>
                    </a:cubicBezTo>
                    <a:close/>
                    <a:moveTo>
                      <a:pt x="233362" y="183356"/>
                    </a:moveTo>
                    <a:lnTo>
                      <a:pt x="233362" y="266700"/>
                    </a:lnTo>
                    <a:cubicBezTo>
                      <a:pt x="233362" y="275906"/>
                      <a:pt x="225900" y="283369"/>
                      <a:pt x="216694" y="283369"/>
                    </a:cubicBezTo>
                    <a:cubicBezTo>
                      <a:pt x="207488" y="283369"/>
                      <a:pt x="200025" y="275906"/>
                      <a:pt x="200025" y="266700"/>
                    </a:cubicBezTo>
                    <a:lnTo>
                      <a:pt x="200025" y="183356"/>
                    </a:lnTo>
                    <a:cubicBezTo>
                      <a:pt x="200025" y="174150"/>
                      <a:pt x="207488" y="166688"/>
                      <a:pt x="216694" y="166688"/>
                    </a:cubicBezTo>
                    <a:cubicBezTo>
                      <a:pt x="225900" y="166688"/>
                      <a:pt x="233362" y="174150"/>
                      <a:pt x="233362" y="183356"/>
                    </a:cubicBezTo>
                    <a:close/>
                    <a:moveTo>
                      <a:pt x="300038" y="150019"/>
                    </a:moveTo>
                    <a:lnTo>
                      <a:pt x="300038" y="266700"/>
                    </a:lnTo>
                    <a:cubicBezTo>
                      <a:pt x="300038" y="275906"/>
                      <a:pt x="292575" y="283369"/>
                      <a:pt x="283369" y="283369"/>
                    </a:cubicBezTo>
                    <a:cubicBezTo>
                      <a:pt x="274163" y="283369"/>
                      <a:pt x="266700" y="275906"/>
                      <a:pt x="266700" y="266700"/>
                    </a:cubicBezTo>
                    <a:lnTo>
                      <a:pt x="266700" y="150019"/>
                    </a:lnTo>
                    <a:cubicBezTo>
                      <a:pt x="266700" y="140813"/>
                      <a:pt x="274163" y="133350"/>
                      <a:pt x="283369" y="133350"/>
                    </a:cubicBezTo>
                    <a:cubicBezTo>
                      <a:pt x="292575" y="133350"/>
                      <a:pt x="300038" y="140813"/>
                      <a:pt x="300038" y="150019"/>
                    </a:cubicBezTo>
                    <a:close/>
                  </a:path>
                </a:pathLst>
              </a:custGeom>
              <a:solidFill>
                <a:schemeClr val="accent1"/>
              </a:solidFill>
              <a:ln>
                <a:noFill/>
              </a:ln>
            </p:spPr>
          </p:sp>
        </p:grpSp>
        <p:sp>
          <p:nvSpPr>
            <p:cNvPr id="35" name="TextBox 35"/>
            <p:cNvSpPr txBox="1"/>
            <p:nvPr/>
          </p:nvSpPr>
          <p:spPr>
            <a:xfrm>
              <a:off x="9049305" y="2127250"/>
              <a:ext cx="1313341" cy="410718"/>
            </a:xfrm>
            <a:prstGeom prst="rect">
              <a:avLst/>
            </a:prstGeom>
            <a:noFill/>
            <a:ln>
              <a:noFill/>
            </a:ln>
          </p:spPr>
          <p:txBody>
            <a:bodyPr wrap="none" lIns="0" tIns="0" rIns="0" bIns="0" anchor="t" anchorCtr="0">
              <a:spAutoFit/>
            </a:bodyPr>
            <a:lstStyle/>
            <a:p>
              <a:pPr algn="ctr"/>
              <a:r>
                <a:rPr lang="en" sz="2100" b="1" dirty="0">
                  <a:solidFill>
                    <a:schemeClr val="dk1"/>
                  </a:solidFill>
                  <a:latin typeface="+mn-lt"/>
                  <a:ea typeface="+mn-ea"/>
                  <a:cs typeface="+mn-cs"/>
                </a:rPr>
                <a:t>90 seconds</a:t>
              </a:r>
            </a:p>
          </p:txBody>
        </p:sp>
        <p:grpSp>
          <p:nvGrpSpPr>
            <p:cNvPr id="38" name="Group 38"/>
            <p:cNvGrpSpPr/>
            <p:nvPr/>
          </p:nvGrpSpPr>
          <p:grpSpPr>
            <a:xfrm>
              <a:off x="8227219" y="2917031"/>
              <a:ext cx="309562" cy="261938"/>
              <a:chOff x="8227219" y="2917031"/>
              <a:chExt cx="309562" cy="261938"/>
            </a:xfrm>
          </p:grpSpPr>
          <p:sp>
            <p:nvSpPr>
              <p:cNvPr id="36" name="Freeform 36"/>
              <p:cNvSpPr/>
              <p:nvPr/>
            </p:nvSpPr>
            <p:spPr>
              <a:xfrm>
                <a:off x="8239125" y="2976562"/>
                <a:ext cx="238125" cy="190500"/>
              </a:xfrm>
              <a:custGeom>
                <a:avLst/>
                <a:gdLst/>
                <a:ahLst/>
                <a:cxnLst/>
                <a:rect l="l" t="t" r="r" b="b"/>
                <a:pathLst>
                  <a:path w="238125" h="190500">
                    <a:moveTo>
                      <a:pt x="238125" y="11906"/>
                    </a:moveTo>
                    <a:lnTo>
                      <a:pt x="238125" y="178594"/>
                    </a:lnTo>
                    <a:cubicBezTo>
                      <a:pt x="238125" y="185169"/>
                      <a:pt x="232794" y="190500"/>
                      <a:pt x="226219" y="190500"/>
                    </a:cubicBezTo>
                    <a:lnTo>
                      <a:pt x="11906" y="190500"/>
                    </a:lnTo>
                    <a:cubicBezTo>
                      <a:pt x="5331" y="190500"/>
                      <a:pt x="0" y="185169"/>
                      <a:pt x="0" y="178594"/>
                    </a:cubicBezTo>
                    <a:lnTo>
                      <a:pt x="0" y="11906"/>
                    </a:lnTo>
                    <a:cubicBezTo>
                      <a:pt x="0" y="5331"/>
                      <a:pt x="5331" y="0"/>
                      <a:pt x="11906" y="0"/>
                    </a:cubicBezTo>
                    <a:lnTo>
                      <a:pt x="226219" y="0"/>
                    </a:lnTo>
                    <a:cubicBezTo>
                      <a:pt x="232794" y="0"/>
                      <a:pt x="238125" y="5331"/>
                      <a:pt x="238125" y="11906"/>
                    </a:cubicBezTo>
                    <a:close/>
                  </a:path>
                </a:pathLst>
              </a:custGeom>
              <a:solidFill>
                <a:schemeClr val="accent1">
                  <a:alpha val="20000"/>
                </a:schemeClr>
              </a:solidFill>
              <a:ln>
                <a:noFill/>
              </a:ln>
            </p:spPr>
          </p:sp>
          <p:sp>
            <p:nvSpPr>
              <p:cNvPr id="37" name="Freeform 37"/>
              <p:cNvSpPr/>
              <p:nvPr/>
            </p:nvSpPr>
            <p:spPr>
              <a:xfrm>
                <a:off x="8227219" y="2917031"/>
                <a:ext cx="309562" cy="261938"/>
              </a:xfrm>
              <a:custGeom>
                <a:avLst/>
                <a:gdLst/>
                <a:ahLst/>
                <a:cxnLst/>
                <a:rect l="l" t="t" r="r" b="b"/>
                <a:pathLst>
                  <a:path w="309562" h="261938">
                    <a:moveTo>
                      <a:pt x="238125" y="47625"/>
                    </a:moveTo>
                    <a:lnTo>
                      <a:pt x="23812" y="47625"/>
                    </a:lnTo>
                    <a:cubicBezTo>
                      <a:pt x="10661" y="47625"/>
                      <a:pt x="0" y="58286"/>
                      <a:pt x="0" y="71438"/>
                    </a:cubicBezTo>
                    <a:lnTo>
                      <a:pt x="0" y="238125"/>
                    </a:lnTo>
                    <a:cubicBezTo>
                      <a:pt x="0" y="251276"/>
                      <a:pt x="10661" y="261938"/>
                      <a:pt x="23812" y="261938"/>
                    </a:cubicBezTo>
                    <a:lnTo>
                      <a:pt x="238125" y="261938"/>
                    </a:lnTo>
                    <a:cubicBezTo>
                      <a:pt x="251276" y="261938"/>
                      <a:pt x="261938" y="251276"/>
                      <a:pt x="261938" y="238125"/>
                    </a:cubicBezTo>
                    <a:lnTo>
                      <a:pt x="261938" y="71438"/>
                    </a:lnTo>
                    <a:cubicBezTo>
                      <a:pt x="261938" y="58286"/>
                      <a:pt x="251276" y="47625"/>
                      <a:pt x="238125" y="47625"/>
                    </a:cubicBezTo>
                    <a:close/>
                    <a:moveTo>
                      <a:pt x="238125" y="238125"/>
                    </a:moveTo>
                    <a:lnTo>
                      <a:pt x="23812" y="238125"/>
                    </a:lnTo>
                    <a:lnTo>
                      <a:pt x="23812" y="71438"/>
                    </a:lnTo>
                    <a:lnTo>
                      <a:pt x="238125" y="71438"/>
                    </a:lnTo>
                    <a:lnTo>
                      <a:pt x="238125" y="238125"/>
                    </a:lnTo>
                    <a:close/>
                    <a:moveTo>
                      <a:pt x="309562" y="23812"/>
                    </a:moveTo>
                    <a:lnTo>
                      <a:pt x="309562" y="202406"/>
                    </a:lnTo>
                    <a:cubicBezTo>
                      <a:pt x="309562" y="208982"/>
                      <a:pt x="304232" y="214312"/>
                      <a:pt x="297656" y="214312"/>
                    </a:cubicBezTo>
                    <a:cubicBezTo>
                      <a:pt x="291081" y="214312"/>
                      <a:pt x="285750" y="208982"/>
                      <a:pt x="285750" y="202406"/>
                    </a:cubicBezTo>
                    <a:lnTo>
                      <a:pt x="285750" y="23812"/>
                    </a:lnTo>
                    <a:lnTo>
                      <a:pt x="59531" y="23812"/>
                    </a:lnTo>
                    <a:cubicBezTo>
                      <a:pt x="52956" y="23812"/>
                      <a:pt x="47625" y="18482"/>
                      <a:pt x="47625" y="11906"/>
                    </a:cubicBezTo>
                    <a:cubicBezTo>
                      <a:pt x="47625" y="5331"/>
                      <a:pt x="52956" y="0"/>
                      <a:pt x="59531" y="0"/>
                    </a:cubicBezTo>
                    <a:lnTo>
                      <a:pt x="285750" y="0"/>
                    </a:lnTo>
                    <a:cubicBezTo>
                      <a:pt x="298901" y="0"/>
                      <a:pt x="309562" y="10661"/>
                      <a:pt x="309562" y="23812"/>
                    </a:cubicBezTo>
                    <a:close/>
                  </a:path>
                </a:pathLst>
              </a:custGeom>
              <a:solidFill>
                <a:schemeClr val="accent1"/>
              </a:solidFill>
              <a:ln>
                <a:noFill/>
              </a:ln>
            </p:spPr>
          </p:sp>
        </p:grpSp>
        <p:sp>
          <p:nvSpPr>
            <p:cNvPr id="39" name="TextBox 39"/>
            <p:cNvSpPr txBox="1"/>
            <p:nvPr/>
          </p:nvSpPr>
          <p:spPr>
            <a:xfrm>
              <a:off x="8715756" y="2908300"/>
              <a:ext cx="967582" cy="352044"/>
            </a:xfrm>
            <a:prstGeom prst="rect">
              <a:avLst/>
            </a:prstGeom>
            <a:noFill/>
            <a:ln>
              <a:noFill/>
            </a:ln>
          </p:spPr>
          <p:txBody>
            <a:bodyPr wrap="none" lIns="0" tIns="0" rIns="0" bIns="0" anchor="t" anchorCtr="0">
              <a:spAutoFit/>
            </a:bodyPr>
            <a:lstStyle/>
            <a:p>
              <a:pPr algn="l"/>
              <a:r>
                <a:rPr lang="en" sz="1800" dirty="0">
                  <a:solidFill>
                    <a:schemeClr val="dk1"/>
                  </a:solidFill>
                  <a:latin typeface="+mn-lt"/>
                  <a:ea typeface="+mn-ea"/>
                  <a:cs typeface="+mn-cs"/>
                </a:rPr>
                <a:t>Painpoint</a:t>
              </a:r>
            </a:p>
          </p:txBody>
        </p:sp>
        <p:grpSp>
          <p:nvGrpSpPr>
            <p:cNvPr id="42" name="Group 42"/>
            <p:cNvGrpSpPr/>
            <p:nvPr/>
          </p:nvGrpSpPr>
          <p:grpSpPr>
            <a:xfrm>
              <a:off x="8215252" y="3536156"/>
              <a:ext cx="345342" cy="345342"/>
              <a:chOff x="8215252" y="3536156"/>
              <a:chExt cx="345342" cy="345342"/>
            </a:xfrm>
          </p:grpSpPr>
          <p:sp>
            <p:nvSpPr>
              <p:cNvPr id="40" name="Freeform 40"/>
              <p:cNvSpPr/>
              <p:nvPr/>
            </p:nvSpPr>
            <p:spPr>
              <a:xfrm>
                <a:off x="8227223" y="3607598"/>
                <a:ext cx="261930" cy="261930"/>
              </a:xfrm>
              <a:custGeom>
                <a:avLst/>
                <a:gdLst/>
                <a:ahLst/>
                <a:cxnLst/>
                <a:rect l="l" t="t" r="r" b="b"/>
                <a:pathLst>
                  <a:path w="261930" h="261930">
                    <a:moveTo>
                      <a:pt x="254224" y="142023"/>
                    </a:moveTo>
                    <a:lnTo>
                      <a:pt x="172235" y="172235"/>
                    </a:lnTo>
                    <a:lnTo>
                      <a:pt x="142023" y="254224"/>
                    </a:lnTo>
                    <a:cubicBezTo>
                      <a:pt x="140314" y="258855"/>
                      <a:pt x="135901" y="261930"/>
                      <a:pt x="130965" y="261930"/>
                    </a:cubicBezTo>
                    <a:cubicBezTo>
                      <a:pt x="126029" y="261930"/>
                      <a:pt x="121616" y="258855"/>
                      <a:pt x="119907" y="254224"/>
                    </a:cubicBezTo>
                    <a:lnTo>
                      <a:pt x="89695" y="172235"/>
                    </a:lnTo>
                    <a:lnTo>
                      <a:pt x="7706" y="142023"/>
                    </a:lnTo>
                    <a:cubicBezTo>
                      <a:pt x="3075" y="140314"/>
                      <a:pt x="0" y="135901"/>
                      <a:pt x="0" y="130965"/>
                    </a:cubicBezTo>
                    <a:cubicBezTo>
                      <a:pt x="0" y="126029"/>
                      <a:pt x="3075" y="121616"/>
                      <a:pt x="7706" y="119907"/>
                    </a:cubicBezTo>
                    <a:lnTo>
                      <a:pt x="89695" y="89695"/>
                    </a:lnTo>
                    <a:lnTo>
                      <a:pt x="119907" y="7706"/>
                    </a:lnTo>
                    <a:cubicBezTo>
                      <a:pt x="121616" y="3075"/>
                      <a:pt x="126029" y="0"/>
                      <a:pt x="130965" y="0"/>
                    </a:cubicBezTo>
                    <a:cubicBezTo>
                      <a:pt x="135901" y="0"/>
                      <a:pt x="140314" y="3075"/>
                      <a:pt x="142023" y="7706"/>
                    </a:cubicBezTo>
                    <a:lnTo>
                      <a:pt x="172235" y="89695"/>
                    </a:lnTo>
                    <a:lnTo>
                      <a:pt x="254224" y="119907"/>
                    </a:lnTo>
                    <a:cubicBezTo>
                      <a:pt x="258855" y="121616"/>
                      <a:pt x="261930" y="126029"/>
                      <a:pt x="261930" y="130965"/>
                    </a:cubicBezTo>
                    <a:cubicBezTo>
                      <a:pt x="261930" y="135901"/>
                      <a:pt x="258855" y="140314"/>
                      <a:pt x="254224" y="142023"/>
                    </a:cubicBezTo>
                    <a:close/>
                  </a:path>
                </a:pathLst>
              </a:custGeom>
              <a:solidFill>
                <a:schemeClr val="accent1">
                  <a:alpha val="20000"/>
                </a:schemeClr>
              </a:solidFill>
              <a:ln>
                <a:noFill/>
              </a:ln>
            </p:spPr>
          </p:sp>
          <p:sp>
            <p:nvSpPr>
              <p:cNvPr id="41" name="Freeform 41"/>
              <p:cNvSpPr/>
              <p:nvPr/>
            </p:nvSpPr>
            <p:spPr>
              <a:xfrm>
                <a:off x="8215252" y="3536156"/>
                <a:ext cx="345342" cy="345342"/>
              </a:xfrm>
              <a:custGeom>
                <a:avLst/>
                <a:gdLst/>
                <a:ahLst/>
                <a:cxnLst/>
                <a:rect l="l" t="t" r="r" b="b"/>
                <a:pathLst>
                  <a:path w="345342" h="345342">
                    <a:moveTo>
                      <a:pt x="270303" y="180171"/>
                    </a:moveTo>
                    <a:lnTo>
                      <a:pt x="193537" y="151805"/>
                    </a:lnTo>
                    <a:lnTo>
                      <a:pt x="165260" y="74980"/>
                    </a:lnTo>
                    <a:cubicBezTo>
                      <a:pt x="161830" y="65662"/>
                      <a:pt x="152954" y="59471"/>
                      <a:pt x="143025" y="59471"/>
                    </a:cubicBezTo>
                    <a:cubicBezTo>
                      <a:pt x="133096" y="59471"/>
                      <a:pt x="124220" y="65662"/>
                      <a:pt x="120790" y="74980"/>
                    </a:cubicBezTo>
                    <a:lnTo>
                      <a:pt x="92334" y="151805"/>
                    </a:lnTo>
                    <a:lnTo>
                      <a:pt x="15509" y="180082"/>
                    </a:lnTo>
                    <a:cubicBezTo>
                      <a:pt x="6191" y="183512"/>
                      <a:pt x="0" y="192388"/>
                      <a:pt x="0" y="202317"/>
                    </a:cubicBezTo>
                    <a:cubicBezTo>
                      <a:pt x="0" y="212246"/>
                      <a:pt x="6191" y="221122"/>
                      <a:pt x="15509" y="224552"/>
                    </a:cubicBezTo>
                    <a:lnTo>
                      <a:pt x="92334" y="253008"/>
                    </a:lnTo>
                    <a:lnTo>
                      <a:pt x="120611" y="329833"/>
                    </a:lnTo>
                    <a:cubicBezTo>
                      <a:pt x="124041" y="339151"/>
                      <a:pt x="132917" y="345342"/>
                      <a:pt x="142846" y="345342"/>
                    </a:cubicBezTo>
                    <a:cubicBezTo>
                      <a:pt x="152775" y="345342"/>
                      <a:pt x="161651" y="339151"/>
                      <a:pt x="165081" y="329833"/>
                    </a:cubicBezTo>
                    <a:lnTo>
                      <a:pt x="193537" y="253008"/>
                    </a:lnTo>
                    <a:lnTo>
                      <a:pt x="270362" y="224730"/>
                    </a:lnTo>
                    <a:cubicBezTo>
                      <a:pt x="279680" y="221301"/>
                      <a:pt x="285871" y="212425"/>
                      <a:pt x="285871" y="202496"/>
                    </a:cubicBezTo>
                    <a:cubicBezTo>
                      <a:pt x="285871" y="192566"/>
                      <a:pt x="279680" y="183690"/>
                      <a:pt x="270362" y="180261"/>
                    </a:cubicBezTo>
                    <a:close/>
                    <a:moveTo>
                      <a:pt x="180143" y="232499"/>
                    </a:moveTo>
                    <a:cubicBezTo>
                      <a:pt x="176872" y="233705"/>
                      <a:pt x="174294" y="236283"/>
                      <a:pt x="173088" y="239554"/>
                    </a:cubicBezTo>
                    <a:lnTo>
                      <a:pt x="142936" y="321246"/>
                    </a:lnTo>
                    <a:lnTo>
                      <a:pt x="112842" y="239613"/>
                    </a:lnTo>
                    <a:cubicBezTo>
                      <a:pt x="111639" y="236307"/>
                      <a:pt x="109034" y="233703"/>
                      <a:pt x="105728" y="232499"/>
                    </a:cubicBezTo>
                    <a:lnTo>
                      <a:pt x="24096" y="202406"/>
                    </a:lnTo>
                    <a:lnTo>
                      <a:pt x="105728" y="172313"/>
                    </a:lnTo>
                    <a:cubicBezTo>
                      <a:pt x="109034" y="171109"/>
                      <a:pt x="111639" y="168505"/>
                      <a:pt x="112842" y="165199"/>
                    </a:cubicBezTo>
                    <a:lnTo>
                      <a:pt x="142936" y="83567"/>
                    </a:lnTo>
                    <a:lnTo>
                      <a:pt x="173029" y="165199"/>
                    </a:lnTo>
                    <a:cubicBezTo>
                      <a:pt x="174234" y="168470"/>
                      <a:pt x="176812" y="171048"/>
                      <a:pt x="180083" y="172254"/>
                    </a:cubicBezTo>
                    <a:lnTo>
                      <a:pt x="261775" y="202406"/>
                    </a:lnTo>
                    <a:close/>
                    <a:moveTo>
                      <a:pt x="190561" y="47625"/>
                    </a:moveTo>
                    <a:cubicBezTo>
                      <a:pt x="190561" y="41049"/>
                      <a:pt x="195891" y="35719"/>
                      <a:pt x="202467" y="35719"/>
                    </a:cubicBezTo>
                    <a:lnTo>
                      <a:pt x="226279" y="35719"/>
                    </a:lnTo>
                    <a:lnTo>
                      <a:pt x="226279" y="11906"/>
                    </a:lnTo>
                    <a:cubicBezTo>
                      <a:pt x="226279" y="5331"/>
                      <a:pt x="231610" y="0"/>
                      <a:pt x="238186" y="0"/>
                    </a:cubicBezTo>
                    <a:cubicBezTo>
                      <a:pt x="244761" y="0"/>
                      <a:pt x="250092" y="5331"/>
                      <a:pt x="250092" y="11906"/>
                    </a:cubicBezTo>
                    <a:lnTo>
                      <a:pt x="250092" y="35719"/>
                    </a:lnTo>
                    <a:lnTo>
                      <a:pt x="273904" y="35719"/>
                    </a:lnTo>
                    <a:cubicBezTo>
                      <a:pt x="280480" y="35719"/>
                      <a:pt x="285811" y="41049"/>
                      <a:pt x="285811" y="47625"/>
                    </a:cubicBezTo>
                    <a:cubicBezTo>
                      <a:pt x="285811" y="54201"/>
                      <a:pt x="280480" y="59531"/>
                      <a:pt x="273904" y="59531"/>
                    </a:cubicBezTo>
                    <a:lnTo>
                      <a:pt x="250092" y="59531"/>
                    </a:lnTo>
                    <a:lnTo>
                      <a:pt x="250092" y="83344"/>
                    </a:lnTo>
                    <a:cubicBezTo>
                      <a:pt x="250092" y="89919"/>
                      <a:pt x="244761" y="95250"/>
                      <a:pt x="238186" y="95250"/>
                    </a:cubicBezTo>
                    <a:cubicBezTo>
                      <a:pt x="231610" y="95250"/>
                      <a:pt x="226279" y="89919"/>
                      <a:pt x="226279" y="83344"/>
                    </a:cubicBezTo>
                    <a:lnTo>
                      <a:pt x="226279" y="59531"/>
                    </a:lnTo>
                    <a:lnTo>
                      <a:pt x="202467" y="59531"/>
                    </a:lnTo>
                    <a:cubicBezTo>
                      <a:pt x="195891" y="59531"/>
                      <a:pt x="190561" y="54201"/>
                      <a:pt x="190561" y="47625"/>
                    </a:cubicBezTo>
                    <a:close/>
                    <a:moveTo>
                      <a:pt x="345342" y="119062"/>
                    </a:moveTo>
                    <a:cubicBezTo>
                      <a:pt x="345342" y="125638"/>
                      <a:pt x="340011" y="130969"/>
                      <a:pt x="333436" y="130969"/>
                    </a:cubicBezTo>
                    <a:lnTo>
                      <a:pt x="321529" y="130969"/>
                    </a:lnTo>
                    <a:lnTo>
                      <a:pt x="321529" y="142875"/>
                    </a:lnTo>
                    <a:cubicBezTo>
                      <a:pt x="321529" y="149451"/>
                      <a:pt x="316199" y="154781"/>
                      <a:pt x="309623" y="154781"/>
                    </a:cubicBezTo>
                    <a:cubicBezTo>
                      <a:pt x="303047" y="154781"/>
                      <a:pt x="297717" y="149451"/>
                      <a:pt x="297717" y="142875"/>
                    </a:cubicBezTo>
                    <a:lnTo>
                      <a:pt x="297717" y="130969"/>
                    </a:lnTo>
                    <a:lnTo>
                      <a:pt x="285811" y="130969"/>
                    </a:lnTo>
                    <a:cubicBezTo>
                      <a:pt x="279235" y="130969"/>
                      <a:pt x="273904" y="125638"/>
                      <a:pt x="273904" y="119062"/>
                    </a:cubicBezTo>
                    <a:cubicBezTo>
                      <a:pt x="273904" y="112487"/>
                      <a:pt x="279235" y="107156"/>
                      <a:pt x="285811" y="107156"/>
                    </a:cubicBezTo>
                    <a:lnTo>
                      <a:pt x="297717" y="107156"/>
                    </a:lnTo>
                    <a:lnTo>
                      <a:pt x="297717" y="95250"/>
                    </a:lnTo>
                    <a:cubicBezTo>
                      <a:pt x="297717" y="88674"/>
                      <a:pt x="303047" y="83344"/>
                      <a:pt x="309623" y="83344"/>
                    </a:cubicBezTo>
                    <a:cubicBezTo>
                      <a:pt x="316199" y="83344"/>
                      <a:pt x="321529" y="88674"/>
                      <a:pt x="321529" y="95250"/>
                    </a:cubicBezTo>
                    <a:lnTo>
                      <a:pt x="321529" y="107156"/>
                    </a:lnTo>
                    <a:lnTo>
                      <a:pt x="333436" y="107156"/>
                    </a:lnTo>
                    <a:cubicBezTo>
                      <a:pt x="340011" y="107156"/>
                      <a:pt x="345342" y="112487"/>
                      <a:pt x="345342" y="119062"/>
                    </a:cubicBezTo>
                    <a:close/>
                  </a:path>
                </a:pathLst>
              </a:custGeom>
              <a:solidFill>
                <a:schemeClr val="accent1"/>
              </a:solidFill>
              <a:ln>
                <a:noFill/>
              </a:ln>
            </p:spPr>
          </p:sp>
        </p:grpSp>
        <p:sp>
          <p:nvSpPr>
            <p:cNvPr id="43" name="TextBox 43"/>
            <p:cNvSpPr txBox="1"/>
            <p:nvPr/>
          </p:nvSpPr>
          <p:spPr>
            <a:xfrm>
              <a:off x="8715756" y="3575050"/>
              <a:ext cx="1082625" cy="352044"/>
            </a:xfrm>
            <a:prstGeom prst="rect">
              <a:avLst/>
            </a:prstGeom>
            <a:noFill/>
            <a:ln>
              <a:noFill/>
            </a:ln>
          </p:spPr>
          <p:txBody>
            <a:bodyPr wrap="none" lIns="0" tIns="0" rIns="0" bIns="0" anchor="t" anchorCtr="0">
              <a:spAutoFit/>
            </a:bodyPr>
            <a:lstStyle/>
            <a:p>
              <a:pPr algn="l"/>
              <a:r>
                <a:rPr lang="en" sz="1800" dirty="0">
                  <a:solidFill>
                    <a:schemeClr val="dk1"/>
                  </a:solidFill>
                  <a:latin typeface="+mn-lt"/>
                  <a:ea typeface="+mn-ea"/>
                  <a:cs typeface="+mn-cs"/>
                </a:rPr>
                <a:t>Agent idea</a:t>
              </a:r>
            </a:p>
          </p:txBody>
        </p:sp>
        <p:grpSp>
          <p:nvGrpSpPr>
            <p:cNvPr id="46" name="Group 46"/>
            <p:cNvGrpSpPr/>
            <p:nvPr/>
          </p:nvGrpSpPr>
          <p:grpSpPr>
            <a:xfrm>
              <a:off x="8227219" y="4250531"/>
              <a:ext cx="309562" cy="285750"/>
              <a:chOff x="8227219" y="4250531"/>
              <a:chExt cx="309562" cy="285750"/>
            </a:xfrm>
          </p:grpSpPr>
          <p:sp>
            <p:nvSpPr>
              <p:cNvPr id="44" name="Freeform 44"/>
              <p:cNvSpPr/>
              <p:nvPr/>
            </p:nvSpPr>
            <p:spPr>
              <a:xfrm>
                <a:off x="8239125" y="4262438"/>
                <a:ext cx="285750" cy="214312"/>
              </a:xfrm>
              <a:custGeom>
                <a:avLst/>
                <a:gdLst/>
                <a:ahLst/>
                <a:cxnLst/>
                <a:rect l="l" t="t" r="r" b="b"/>
                <a:pathLst>
                  <a:path w="285750" h="214312">
                    <a:moveTo>
                      <a:pt x="285750" y="23812"/>
                    </a:moveTo>
                    <a:lnTo>
                      <a:pt x="285750" y="190500"/>
                    </a:lnTo>
                    <a:cubicBezTo>
                      <a:pt x="285750" y="203651"/>
                      <a:pt x="275089" y="214312"/>
                      <a:pt x="261938" y="214312"/>
                    </a:cubicBezTo>
                    <a:lnTo>
                      <a:pt x="23812" y="214312"/>
                    </a:lnTo>
                    <a:cubicBezTo>
                      <a:pt x="10661" y="214312"/>
                      <a:pt x="0" y="203651"/>
                      <a:pt x="0" y="190500"/>
                    </a:cubicBezTo>
                    <a:lnTo>
                      <a:pt x="0" y="23812"/>
                    </a:lnTo>
                    <a:cubicBezTo>
                      <a:pt x="0" y="10661"/>
                      <a:pt x="10661" y="0"/>
                      <a:pt x="23812" y="0"/>
                    </a:cubicBezTo>
                    <a:lnTo>
                      <a:pt x="261938" y="0"/>
                    </a:lnTo>
                    <a:cubicBezTo>
                      <a:pt x="275089" y="0"/>
                      <a:pt x="285750" y="10661"/>
                      <a:pt x="285750" y="23812"/>
                    </a:cubicBezTo>
                    <a:close/>
                  </a:path>
                </a:pathLst>
              </a:custGeom>
              <a:solidFill>
                <a:schemeClr val="accent1">
                  <a:alpha val="20000"/>
                </a:schemeClr>
              </a:solidFill>
              <a:ln>
                <a:noFill/>
              </a:ln>
            </p:spPr>
          </p:sp>
          <p:sp>
            <p:nvSpPr>
              <p:cNvPr id="45" name="Freeform 45"/>
              <p:cNvSpPr/>
              <p:nvPr/>
            </p:nvSpPr>
            <p:spPr>
              <a:xfrm>
                <a:off x="8227219" y="4250531"/>
                <a:ext cx="309562" cy="285750"/>
              </a:xfrm>
              <a:custGeom>
                <a:avLst/>
                <a:gdLst/>
                <a:ahLst/>
                <a:cxnLst/>
                <a:rect l="l" t="t" r="r" b="b"/>
                <a:pathLst>
                  <a:path w="309562" h="285750">
                    <a:moveTo>
                      <a:pt x="273844" y="0"/>
                    </a:moveTo>
                    <a:lnTo>
                      <a:pt x="35719" y="0"/>
                    </a:lnTo>
                    <a:cubicBezTo>
                      <a:pt x="15992" y="0"/>
                      <a:pt x="0" y="15992"/>
                      <a:pt x="0" y="35719"/>
                    </a:cubicBezTo>
                    <a:lnTo>
                      <a:pt x="0" y="202406"/>
                    </a:lnTo>
                    <a:cubicBezTo>
                      <a:pt x="0" y="222133"/>
                      <a:pt x="15992" y="238125"/>
                      <a:pt x="35719" y="238125"/>
                    </a:cubicBezTo>
                    <a:lnTo>
                      <a:pt x="273844" y="238125"/>
                    </a:lnTo>
                    <a:cubicBezTo>
                      <a:pt x="293571" y="238125"/>
                      <a:pt x="309562" y="222133"/>
                      <a:pt x="309562" y="202406"/>
                    </a:cubicBezTo>
                    <a:lnTo>
                      <a:pt x="309562" y="35719"/>
                    </a:lnTo>
                    <a:cubicBezTo>
                      <a:pt x="309562" y="15992"/>
                      <a:pt x="293571" y="0"/>
                      <a:pt x="273844" y="0"/>
                    </a:cubicBezTo>
                    <a:close/>
                    <a:moveTo>
                      <a:pt x="285750" y="202406"/>
                    </a:moveTo>
                    <a:cubicBezTo>
                      <a:pt x="285750" y="208982"/>
                      <a:pt x="280419" y="214312"/>
                      <a:pt x="273844" y="214312"/>
                    </a:cubicBezTo>
                    <a:lnTo>
                      <a:pt x="35719" y="214312"/>
                    </a:lnTo>
                    <a:cubicBezTo>
                      <a:pt x="29143" y="214312"/>
                      <a:pt x="23812" y="208982"/>
                      <a:pt x="23812" y="202406"/>
                    </a:cubicBezTo>
                    <a:lnTo>
                      <a:pt x="23812" y="35719"/>
                    </a:lnTo>
                    <a:cubicBezTo>
                      <a:pt x="23812" y="29143"/>
                      <a:pt x="29143" y="23812"/>
                      <a:pt x="35719" y="23812"/>
                    </a:cubicBezTo>
                    <a:lnTo>
                      <a:pt x="273844" y="23812"/>
                    </a:lnTo>
                    <a:cubicBezTo>
                      <a:pt x="280419" y="23812"/>
                      <a:pt x="285750" y="29143"/>
                      <a:pt x="285750" y="35719"/>
                    </a:cubicBezTo>
                    <a:close/>
                    <a:moveTo>
                      <a:pt x="214312" y="273844"/>
                    </a:moveTo>
                    <a:cubicBezTo>
                      <a:pt x="214312" y="280419"/>
                      <a:pt x="208982" y="285750"/>
                      <a:pt x="202406" y="285750"/>
                    </a:cubicBezTo>
                    <a:lnTo>
                      <a:pt x="107156" y="285750"/>
                    </a:lnTo>
                    <a:cubicBezTo>
                      <a:pt x="100581" y="285750"/>
                      <a:pt x="95250" y="280419"/>
                      <a:pt x="95250" y="273844"/>
                    </a:cubicBezTo>
                    <a:cubicBezTo>
                      <a:pt x="95250" y="267268"/>
                      <a:pt x="100581" y="261938"/>
                      <a:pt x="107156" y="261938"/>
                    </a:cubicBezTo>
                    <a:lnTo>
                      <a:pt x="202406" y="261938"/>
                    </a:lnTo>
                    <a:cubicBezTo>
                      <a:pt x="208982" y="261938"/>
                      <a:pt x="214312" y="267268"/>
                      <a:pt x="214312" y="273844"/>
                    </a:cubicBezTo>
                    <a:close/>
                  </a:path>
                </a:pathLst>
              </a:custGeom>
              <a:solidFill>
                <a:schemeClr val="accent1"/>
              </a:solidFill>
              <a:ln>
                <a:noFill/>
              </a:ln>
            </p:spPr>
          </p:sp>
        </p:grpSp>
        <p:sp>
          <p:nvSpPr>
            <p:cNvPr id="47" name="TextBox 47"/>
            <p:cNvSpPr txBox="1"/>
            <p:nvPr/>
          </p:nvSpPr>
          <p:spPr>
            <a:xfrm>
              <a:off x="8715756" y="4241800"/>
              <a:ext cx="1948403" cy="352044"/>
            </a:xfrm>
            <a:prstGeom prst="rect">
              <a:avLst/>
            </a:prstGeom>
            <a:noFill/>
            <a:ln>
              <a:noFill/>
            </a:ln>
          </p:spPr>
          <p:txBody>
            <a:bodyPr wrap="none" lIns="0" tIns="0" rIns="0" bIns="0" anchor="t" anchorCtr="0">
              <a:spAutoFit/>
            </a:bodyPr>
            <a:lstStyle/>
            <a:p>
              <a:pPr algn="l"/>
              <a:r>
                <a:rPr lang="en" sz="1800" dirty="0">
                  <a:solidFill>
                    <a:schemeClr val="dk1"/>
                  </a:solidFill>
                  <a:latin typeface="+mn-lt"/>
                  <a:ea typeface="+mn-ea"/>
                  <a:cs typeface="+mn-cs"/>
                </a:rPr>
                <a:t>Walk the prototype</a:t>
              </a:r>
            </a:p>
          </p:txBody>
        </p:sp>
        <p:grpSp>
          <p:nvGrpSpPr>
            <p:cNvPr id="50" name="Group 50"/>
            <p:cNvGrpSpPr/>
            <p:nvPr/>
          </p:nvGrpSpPr>
          <p:grpSpPr>
            <a:xfrm>
              <a:off x="8215312" y="4881562"/>
              <a:ext cx="333375" cy="333375"/>
              <a:chOff x="8215312" y="4881562"/>
              <a:chExt cx="333375" cy="333375"/>
            </a:xfrm>
          </p:grpSpPr>
          <p:sp>
            <p:nvSpPr>
              <p:cNvPr id="48" name="Freeform 48"/>
              <p:cNvSpPr/>
              <p:nvPr/>
            </p:nvSpPr>
            <p:spPr>
              <a:xfrm>
                <a:off x="8227219" y="4893469"/>
                <a:ext cx="309562" cy="309562"/>
              </a:xfrm>
              <a:custGeom>
                <a:avLst/>
                <a:gdLst/>
                <a:ahLst/>
                <a:cxnLst/>
                <a:rect l="l" t="t" r="r" b="b"/>
                <a:pathLst>
                  <a:path w="309562" h="309562">
                    <a:moveTo>
                      <a:pt x="309562" y="154781"/>
                    </a:moveTo>
                    <a:cubicBezTo>
                      <a:pt x="309562" y="173400"/>
                      <a:pt x="283041" y="187449"/>
                      <a:pt x="275808" y="204921"/>
                    </a:cubicBezTo>
                    <a:cubicBezTo>
                      <a:pt x="268843" y="221769"/>
                      <a:pt x="277922" y="250537"/>
                      <a:pt x="264229" y="264229"/>
                    </a:cubicBezTo>
                    <a:cubicBezTo>
                      <a:pt x="250537" y="277922"/>
                      <a:pt x="221769" y="268843"/>
                      <a:pt x="204921" y="275808"/>
                    </a:cubicBezTo>
                    <a:cubicBezTo>
                      <a:pt x="187523" y="283041"/>
                      <a:pt x="173385" y="309562"/>
                      <a:pt x="154781" y="309562"/>
                    </a:cubicBezTo>
                    <a:cubicBezTo>
                      <a:pt x="136178" y="309562"/>
                      <a:pt x="122039" y="283041"/>
                      <a:pt x="104641" y="275808"/>
                    </a:cubicBezTo>
                    <a:cubicBezTo>
                      <a:pt x="87794" y="268843"/>
                      <a:pt x="59025" y="277922"/>
                      <a:pt x="45333" y="264229"/>
                    </a:cubicBezTo>
                    <a:cubicBezTo>
                      <a:pt x="31641" y="250537"/>
                      <a:pt x="40719" y="221769"/>
                      <a:pt x="33754" y="204921"/>
                    </a:cubicBezTo>
                    <a:cubicBezTo>
                      <a:pt x="26521" y="187523"/>
                      <a:pt x="0" y="173385"/>
                      <a:pt x="0" y="154781"/>
                    </a:cubicBezTo>
                    <a:cubicBezTo>
                      <a:pt x="0" y="136178"/>
                      <a:pt x="26521" y="122039"/>
                      <a:pt x="33754" y="104641"/>
                    </a:cubicBezTo>
                    <a:cubicBezTo>
                      <a:pt x="40719" y="87809"/>
                      <a:pt x="31641" y="59025"/>
                      <a:pt x="45333" y="45333"/>
                    </a:cubicBezTo>
                    <a:cubicBezTo>
                      <a:pt x="59025" y="31641"/>
                      <a:pt x="87809" y="40719"/>
                      <a:pt x="104641" y="33754"/>
                    </a:cubicBezTo>
                    <a:cubicBezTo>
                      <a:pt x="122113" y="26521"/>
                      <a:pt x="136178" y="0"/>
                      <a:pt x="154781" y="0"/>
                    </a:cubicBezTo>
                    <a:cubicBezTo>
                      <a:pt x="173385" y="0"/>
                      <a:pt x="187523" y="26521"/>
                      <a:pt x="204921" y="33754"/>
                    </a:cubicBezTo>
                    <a:cubicBezTo>
                      <a:pt x="221769" y="40719"/>
                      <a:pt x="250537" y="31641"/>
                      <a:pt x="264229" y="45333"/>
                    </a:cubicBezTo>
                    <a:cubicBezTo>
                      <a:pt x="277922" y="59025"/>
                      <a:pt x="268843" y="87794"/>
                      <a:pt x="275808" y="104641"/>
                    </a:cubicBezTo>
                    <a:cubicBezTo>
                      <a:pt x="283041" y="122113"/>
                      <a:pt x="309562" y="136178"/>
                      <a:pt x="309562" y="154781"/>
                    </a:cubicBezTo>
                    <a:close/>
                  </a:path>
                </a:pathLst>
              </a:custGeom>
              <a:solidFill>
                <a:schemeClr val="accent1">
                  <a:alpha val="20000"/>
                </a:schemeClr>
              </a:solidFill>
              <a:ln>
                <a:noFill/>
              </a:ln>
            </p:spPr>
          </p:sp>
          <p:sp>
            <p:nvSpPr>
              <p:cNvPr id="49" name="Freeform 49"/>
              <p:cNvSpPr/>
              <p:nvPr/>
            </p:nvSpPr>
            <p:spPr>
              <a:xfrm>
                <a:off x="8215312" y="4881562"/>
                <a:ext cx="333375" cy="333375"/>
              </a:xfrm>
              <a:custGeom>
                <a:avLst/>
                <a:gdLst/>
                <a:ahLst/>
                <a:cxnLst/>
                <a:rect l="l" t="t" r="r" b="b"/>
                <a:pathLst>
                  <a:path w="333375" h="333375">
                    <a:moveTo>
                      <a:pt x="312331" y="129213"/>
                    </a:moveTo>
                    <a:cubicBezTo>
                      <a:pt x="306720" y="123349"/>
                      <a:pt x="300916" y="117306"/>
                      <a:pt x="298728" y="111993"/>
                    </a:cubicBezTo>
                    <a:cubicBezTo>
                      <a:pt x="296704" y="107126"/>
                      <a:pt x="296585" y="99060"/>
                      <a:pt x="296466" y="91247"/>
                    </a:cubicBezTo>
                    <a:cubicBezTo>
                      <a:pt x="296242" y="76721"/>
                      <a:pt x="296004" y="60261"/>
                      <a:pt x="284559" y="48816"/>
                    </a:cubicBezTo>
                    <a:cubicBezTo>
                      <a:pt x="273114" y="37371"/>
                      <a:pt x="256654" y="37133"/>
                      <a:pt x="242128" y="36909"/>
                    </a:cubicBezTo>
                    <a:cubicBezTo>
                      <a:pt x="234315" y="36790"/>
                      <a:pt x="226249" y="36671"/>
                      <a:pt x="221382" y="34647"/>
                    </a:cubicBezTo>
                    <a:cubicBezTo>
                      <a:pt x="216084" y="32459"/>
                      <a:pt x="210026" y="26655"/>
                      <a:pt x="204162" y="21044"/>
                    </a:cubicBezTo>
                    <a:cubicBezTo>
                      <a:pt x="193893" y="11177"/>
                      <a:pt x="182225" y="0"/>
                      <a:pt x="166688" y="0"/>
                    </a:cubicBezTo>
                    <a:cubicBezTo>
                      <a:pt x="151150" y="0"/>
                      <a:pt x="139497" y="11177"/>
                      <a:pt x="129213" y="21044"/>
                    </a:cubicBezTo>
                    <a:cubicBezTo>
                      <a:pt x="123349" y="26655"/>
                      <a:pt x="117306" y="32459"/>
                      <a:pt x="111993" y="34647"/>
                    </a:cubicBezTo>
                    <a:cubicBezTo>
                      <a:pt x="107156" y="36671"/>
                      <a:pt x="99060" y="36790"/>
                      <a:pt x="91247" y="36909"/>
                    </a:cubicBezTo>
                    <a:cubicBezTo>
                      <a:pt x="76721" y="37133"/>
                      <a:pt x="60261" y="37371"/>
                      <a:pt x="48816" y="48816"/>
                    </a:cubicBezTo>
                    <a:cubicBezTo>
                      <a:pt x="37371" y="60261"/>
                      <a:pt x="37207" y="76721"/>
                      <a:pt x="36909" y="91247"/>
                    </a:cubicBezTo>
                    <a:cubicBezTo>
                      <a:pt x="36790" y="99060"/>
                      <a:pt x="36671" y="107126"/>
                      <a:pt x="34647" y="111993"/>
                    </a:cubicBezTo>
                    <a:cubicBezTo>
                      <a:pt x="32459" y="117291"/>
                      <a:pt x="26655" y="123349"/>
                      <a:pt x="21044" y="129213"/>
                    </a:cubicBezTo>
                    <a:cubicBezTo>
                      <a:pt x="11177" y="139482"/>
                      <a:pt x="0" y="151150"/>
                      <a:pt x="0" y="166688"/>
                    </a:cubicBezTo>
                    <a:cubicBezTo>
                      <a:pt x="0" y="182225"/>
                      <a:pt x="11177" y="193878"/>
                      <a:pt x="21044" y="204162"/>
                    </a:cubicBezTo>
                    <a:cubicBezTo>
                      <a:pt x="26655" y="210026"/>
                      <a:pt x="32459" y="216069"/>
                      <a:pt x="34647" y="221382"/>
                    </a:cubicBezTo>
                    <a:cubicBezTo>
                      <a:pt x="36671" y="226249"/>
                      <a:pt x="36790" y="234315"/>
                      <a:pt x="36909" y="242128"/>
                    </a:cubicBezTo>
                    <a:cubicBezTo>
                      <a:pt x="37133" y="256654"/>
                      <a:pt x="37371" y="273114"/>
                      <a:pt x="48816" y="284559"/>
                    </a:cubicBezTo>
                    <a:cubicBezTo>
                      <a:pt x="60261" y="296004"/>
                      <a:pt x="76721" y="296242"/>
                      <a:pt x="91247" y="296466"/>
                    </a:cubicBezTo>
                    <a:cubicBezTo>
                      <a:pt x="99060" y="296585"/>
                      <a:pt x="107126" y="296704"/>
                      <a:pt x="111993" y="298728"/>
                    </a:cubicBezTo>
                    <a:cubicBezTo>
                      <a:pt x="117291" y="300916"/>
                      <a:pt x="123349" y="306720"/>
                      <a:pt x="129213" y="312331"/>
                    </a:cubicBezTo>
                    <a:cubicBezTo>
                      <a:pt x="139482" y="322198"/>
                      <a:pt x="151150" y="333375"/>
                      <a:pt x="166688" y="333375"/>
                    </a:cubicBezTo>
                    <a:cubicBezTo>
                      <a:pt x="182225" y="333375"/>
                      <a:pt x="193878" y="322198"/>
                      <a:pt x="204162" y="312331"/>
                    </a:cubicBezTo>
                    <a:cubicBezTo>
                      <a:pt x="210026" y="306720"/>
                      <a:pt x="216069" y="300916"/>
                      <a:pt x="221382" y="298728"/>
                    </a:cubicBezTo>
                    <a:cubicBezTo>
                      <a:pt x="226249" y="296704"/>
                      <a:pt x="234315" y="296585"/>
                      <a:pt x="242128" y="296466"/>
                    </a:cubicBezTo>
                    <a:cubicBezTo>
                      <a:pt x="256654" y="296242"/>
                      <a:pt x="273114" y="296004"/>
                      <a:pt x="284559" y="284559"/>
                    </a:cubicBezTo>
                    <a:cubicBezTo>
                      <a:pt x="296004" y="273114"/>
                      <a:pt x="296242" y="256654"/>
                      <a:pt x="296466" y="242128"/>
                    </a:cubicBezTo>
                    <a:cubicBezTo>
                      <a:pt x="296585" y="234315"/>
                      <a:pt x="296704" y="226249"/>
                      <a:pt x="298728" y="221382"/>
                    </a:cubicBezTo>
                    <a:cubicBezTo>
                      <a:pt x="300916" y="216084"/>
                      <a:pt x="306720" y="210026"/>
                      <a:pt x="312331" y="204162"/>
                    </a:cubicBezTo>
                    <a:cubicBezTo>
                      <a:pt x="322198" y="193893"/>
                      <a:pt x="333375" y="182225"/>
                      <a:pt x="333375" y="166688"/>
                    </a:cubicBezTo>
                    <a:cubicBezTo>
                      <a:pt x="333375" y="151150"/>
                      <a:pt x="322198" y="139497"/>
                      <a:pt x="312331" y="129213"/>
                    </a:cubicBezTo>
                    <a:close/>
                    <a:moveTo>
                      <a:pt x="295141" y="187687"/>
                    </a:moveTo>
                    <a:cubicBezTo>
                      <a:pt x="288012" y="195129"/>
                      <a:pt x="280630" y="202823"/>
                      <a:pt x="276716" y="212274"/>
                    </a:cubicBezTo>
                    <a:cubicBezTo>
                      <a:pt x="272966" y="221352"/>
                      <a:pt x="272802" y="231725"/>
                      <a:pt x="272653" y="241771"/>
                    </a:cubicBezTo>
                    <a:cubicBezTo>
                      <a:pt x="272504" y="252189"/>
                      <a:pt x="272341" y="263098"/>
                      <a:pt x="267712" y="267712"/>
                    </a:cubicBezTo>
                    <a:cubicBezTo>
                      <a:pt x="263083" y="272326"/>
                      <a:pt x="252249" y="272504"/>
                      <a:pt x="241771" y="272653"/>
                    </a:cubicBezTo>
                    <a:cubicBezTo>
                      <a:pt x="231725" y="272802"/>
                      <a:pt x="221352" y="272966"/>
                      <a:pt x="212274" y="276716"/>
                    </a:cubicBezTo>
                    <a:cubicBezTo>
                      <a:pt x="202823" y="280630"/>
                      <a:pt x="195129" y="288012"/>
                      <a:pt x="187687" y="295141"/>
                    </a:cubicBezTo>
                    <a:cubicBezTo>
                      <a:pt x="180246" y="302270"/>
                      <a:pt x="172641" y="309562"/>
                      <a:pt x="166688" y="309562"/>
                    </a:cubicBezTo>
                    <a:cubicBezTo>
                      <a:pt x="160734" y="309562"/>
                      <a:pt x="153070" y="302240"/>
                      <a:pt x="145688" y="295141"/>
                    </a:cubicBezTo>
                    <a:cubicBezTo>
                      <a:pt x="138306" y="288042"/>
                      <a:pt x="130552" y="280630"/>
                      <a:pt x="121101" y="276716"/>
                    </a:cubicBezTo>
                    <a:cubicBezTo>
                      <a:pt x="112023" y="272966"/>
                      <a:pt x="101650" y="272802"/>
                      <a:pt x="91604" y="272653"/>
                    </a:cubicBezTo>
                    <a:cubicBezTo>
                      <a:pt x="81186" y="272504"/>
                      <a:pt x="70277" y="272341"/>
                      <a:pt x="65663" y="267712"/>
                    </a:cubicBezTo>
                    <a:cubicBezTo>
                      <a:pt x="61049" y="263083"/>
                      <a:pt x="60871" y="252249"/>
                      <a:pt x="60722" y="241771"/>
                    </a:cubicBezTo>
                    <a:cubicBezTo>
                      <a:pt x="60573" y="231725"/>
                      <a:pt x="60409" y="221352"/>
                      <a:pt x="56659" y="212274"/>
                    </a:cubicBezTo>
                    <a:cubicBezTo>
                      <a:pt x="52745" y="202823"/>
                      <a:pt x="45363" y="195129"/>
                      <a:pt x="38234" y="187687"/>
                    </a:cubicBezTo>
                    <a:cubicBezTo>
                      <a:pt x="31105" y="180246"/>
                      <a:pt x="23812" y="172641"/>
                      <a:pt x="23812" y="166688"/>
                    </a:cubicBezTo>
                    <a:cubicBezTo>
                      <a:pt x="23812" y="160734"/>
                      <a:pt x="31135" y="153070"/>
                      <a:pt x="38234" y="145688"/>
                    </a:cubicBezTo>
                    <a:cubicBezTo>
                      <a:pt x="45333" y="138306"/>
                      <a:pt x="52745" y="130552"/>
                      <a:pt x="56659" y="121101"/>
                    </a:cubicBezTo>
                    <a:cubicBezTo>
                      <a:pt x="60409" y="112023"/>
                      <a:pt x="60573" y="101650"/>
                      <a:pt x="60722" y="91604"/>
                    </a:cubicBezTo>
                    <a:cubicBezTo>
                      <a:pt x="60871" y="81186"/>
                      <a:pt x="61034" y="70277"/>
                      <a:pt x="65663" y="65663"/>
                    </a:cubicBezTo>
                    <a:cubicBezTo>
                      <a:pt x="70292" y="61049"/>
                      <a:pt x="81126" y="60871"/>
                      <a:pt x="91604" y="60722"/>
                    </a:cubicBezTo>
                    <a:cubicBezTo>
                      <a:pt x="101650" y="60573"/>
                      <a:pt x="112023" y="60409"/>
                      <a:pt x="121101" y="56659"/>
                    </a:cubicBezTo>
                    <a:cubicBezTo>
                      <a:pt x="130552" y="52745"/>
                      <a:pt x="138246" y="45363"/>
                      <a:pt x="145688" y="38234"/>
                    </a:cubicBezTo>
                    <a:cubicBezTo>
                      <a:pt x="153129" y="31105"/>
                      <a:pt x="160734" y="23812"/>
                      <a:pt x="166688" y="23812"/>
                    </a:cubicBezTo>
                    <a:cubicBezTo>
                      <a:pt x="172641" y="23812"/>
                      <a:pt x="180305" y="31135"/>
                      <a:pt x="187687" y="38234"/>
                    </a:cubicBezTo>
                    <a:cubicBezTo>
                      <a:pt x="195069" y="45333"/>
                      <a:pt x="202823" y="52745"/>
                      <a:pt x="212274" y="56659"/>
                    </a:cubicBezTo>
                    <a:cubicBezTo>
                      <a:pt x="221352" y="60409"/>
                      <a:pt x="231725" y="60573"/>
                      <a:pt x="241771" y="60722"/>
                    </a:cubicBezTo>
                    <a:cubicBezTo>
                      <a:pt x="252189" y="60871"/>
                      <a:pt x="263098" y="61034"/>
                      <a:pt x="267712" y="65663"/>
                    </a:cubicBezTo>
                    <a:cubicBezTo>
                      <a:pt x="272326" y="70292"/>
                      <a:pt x="272504" y="81126"/>
                      <a:pt x="272653" y="91604"/>
                    </a:cubicBezTo>
                    <a:cubicBezTo>
                      <a:pt x="272802" y="101650"/>
                      <a:pt x="272966" y="112023"/>
                      <a:pt x="276716" y="121101"/>
                    </a:cubicBezTo>
                    <a:cubicBezTo>
                      <a:pt x="280630" y="130552"/>
                      <a:pt x="288012" y="138246"/>
                      <a:pt x="295141" y="145688"/>
                    </a:cubicBezTo>
                    <a:cubicBezTo>
                      <a:pt x="302270" y="153129"/>
                      <a:pt x="309562" y="160734"/>
                      <a:pt x="309562" y="166688"/>
                    </a:cubicBezTo>
                    <a:cubicBezTo>
                      <a:pt x="309562" y="172641"/>
                      <a:pt x="302240" y="180305"/>
                      <a:pt x="295141" y="187687"/>
                    </a:cubicBezTo>
                    <a:close/>
                    <a:moveTo>
                      <a:pt x="234642" y="122545"/>
                    </a:moveTo>
                    <a:cubicBezTo>
                      <a:pt x="236878" y="124778"/>
                      <a:pt x="238134" y="127809"/>
                      <a:pt x="238134" y="130969"/>
                    </a:cubicBezTo>
                    <a:cubicBezTo>
                      <a:pt x="238134" y="134129"/>
                      <a:pt x="236878" y="137159"/>
                      <a:pt x="234642" y="139392"/>
                    </a:cubicBezTo>
                    <a:lnTo>
                      <a:pt x="151299" y="222736"/>
                    </a:lnTo>
                    <a:cubicBezTo>
                      <a:pt x="149065" y="224972"/>
                      <a:pt x="146035" y="226228"/>
                      <a:pt x="142875" y="226228"/>
                    </a:cubicBezTo>
                    <a:cubicBezTo>
                      <a:pt x="139715" y="226228"/>
                      <a:pt x="136685" y="224972"/>
                      <a:pt x="134451" y="222736"/>
                    </a:cubicBezTo>
                    <a:lnTo>
                      <a:pt x="98733" y="187017"/>
                    </a:lnTo>
                    <a:cubicBezTo>
                      <a:pt x="94080" y="182365"/>
                      <a:pt x="94080" y="174822"/>
                      <a:pt x="98733" y="170170"/>
                    </a:cubicBezTo>
                    <a:cubicBezTo>
                      <a:pt x="103385" y="165518"/>
                      <a:pt x="110928" y="165518"/>
                      <a:pt x="115580" y="170170"/>
                    </a:cubicBezTo>
                    <a:lnTo>
                      <a:pt x="142875" y="197480"/>
                    </a:lnTo>
                    <a:lnTo>
                      <a:pt x="217795" y="122545"/>
                    </a:lnTo>
                    <a:cubicBezTo>
                      <a:pt x="220028" y="120309"/>
                      <a:pt x="223059" y="119053"/>
                      <a:pt x="226219" y="119053"/>
                    </a:cubicBezTo>
                    <a:cubicBezTo>
                      <a:pt x="229379" y="119053"/>
                      <a:pt x="232409" y="120309"/>
                      <a:pt x="234642" y="122545"/>
                    </a:cubicBezTo>
                    <a:close/>
                  </a:path>
                </a:pathLst>
              </a:custGeom>
              <a:solidFill>
                <a:schemeClr val="accent1"/>
              </a:solidFill>
              <a:ln>
                <a:noFill/>
              </a:ln>
            </p:spPr>
          </p:sp>
        </p:grpSp>
        <p:sp>
          <p:nvSpPr>
            <p:cNvPr id="51" name="TextBox 51"/>
            <p:cNvSpPr txBox="1"/>
            <p:nvPr/>
          </p:nvSpPr>
          <p:spPr>
            <a:xfrm>
              <a:off x="8715756" y="4908550"/>
              <a:ext cx="1142053" cy="352044"/>
            </a:xfrm>
            <a:prstGeom prst="rect">
              <a:avLst/>
            </a:prstGeom>
            <a:noFill/>
            <a:ln>
              <a:noFill/>
            </a:ln>
          </p:spPr>
          <p:txBody>
            <a:bodyPr wrap="none" lIns="0" tIns="0" rIns="0" bIns="0" anchor="t" anchorCtr="0">
              <a:spAutoFit/>
            </a:bodyPr>
            <a:lstStyle/>
            <a:p>
              <a:pPr algn="l"/>
              <a:r>
                <a:rPr lang="en" sz="1800" dirty="0">
                  <a:solidFill>
                    <a:schemeClr val="dk1"/>
                  </a:solidFill>
                  <a:latin typeface="+mn-lt"/>
                  <a:ea typeface="+mn-ea"/>
                  <a:cs typeface="+mn-cs"/>
                </a:rPr>
                <a:t>Key benefit</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wealth-symposium-activity">
  <a:themeElements>
    <a:clrScheme name="wealth-symposium-activity">
      <a:dk1>
        <a:srgbClr val="1A1A1A"/>
      </a:dk1>
      <a:lt1>
        <a:srgbClr val="FFF7F6"/>
      </a:lt1>
      <a:dk2>
        <a:srgbClr val="1F497D"/>
      </a:dk2>
      <a:lt2>
        <a:srgbClr val="F8D0D4"/>
      </a:lt2>
      <a:accent1>
        <a:srgbClr val="DB0011"/>
      </a:accent1>
      <a:accent2>
        <a:srgbClr val="8A0010"/>
      </a:accent2>
      <a:accent3>
        <a:srgbClr val="F4B8BE"/>
      </a:accent3>
      <a:accent4>
        <a:srgbClr val="DB0011"/>
      </a:accent4>
      <a:accent5>
        <a:srgbClr val="5C5354"/>
      </a:accent5>
      <a:accent6>
        <a:srgbClr val="E7C4C8"/>
      </a:accent6>
      <a:hlink>
        <a:srgbClr val="8A0010"/>
      </a:hlink>
      <a:folHlink>
        <a:srgbClr val="F4B8BE"/>
      </a:folHlink>
    </a:clrScheme>
    <a:fontScheme name="wealth-symposium-activity">
      <a:majorFont>
        <a:latin typeface="Calibri"/>
        <a:ea typeface="Microsoft YaHei"/>
        <a:cs typeface="Calibri"/>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Microsoft YaHei"/>
        <a:cs typeface="Calibri"/>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ealth-symposium-activity">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wealth-symposium-activity">
  <a:themeElements>
    <a:clrScheme name="wealth-symposium-activity">
      <a:dk1>
        <a:srgbClr val="1A1A1A"/>
      </a:dk1>
      <a:lt1>
        <a:srgbClr val="FFF7F6"/>
      </a:lt1>
      <a:dk2>
        <a:srgbClr val="1F497D"/>
      </a:dk2>
      <a:lt2>
        <a:srgbClr val="F8D0D4"/>
      </a:lt2>
      <a:accent1>
        <a:srgbClr val="DB0011"/>
      </a:accent1>
      <a:accent2>
        <a:srgbClr val="8A0010"/>
      </a:accent2>
      <a:accent3>
        <a:srgbClr val="F4B8BE"/>
      </a:accent3>
      <a:accent4>
        <a:srgbClr val="DB0011"/>
      </a:accent4>
      <a:accent5>
        <a:srgbClr val="5C5354"/>
      </a:accent5>
      <a:accent6>
        <a:srgbClr val="E7C4C8"/>
      </a:accent6>
      <a:hlink>
        <a:srgbClr val="8A0010"/>
      </a:hlink>
      <a:folHlink>
        <a:srgbClr val="F4B8BE"/>
      </a:folHlink>
    </a:clrScheme>
    <a:fontScheme name="wealth-symposium-activity">
      <a:majorFont>
        <a:latin typeface="Calibri"/>
        <a:ea typeface="Microsoft YaHei"/>
        <a:cs typeface="Calibri"/>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Microsoft YaHei"/>
        <a:cs typeface="Calibri"/>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ealth-symposium-activity">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6</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en</dc:language>
  <cp:lastModifiedBy/>
  <cp:revision>1</cp:revision>
  <dcterms:created xsi:type="dcterms:W3CDTF">2026-10-27T08:18:17Z</dcterms:created>
  <dcterms:modified xsi:type="dcterms:W3CDTF">2026-10-27T08:18:17Z</dcterms:modified>
  <cp:category/>
  <cp:contentStatus/>
</cp:coreProperties>
</file>